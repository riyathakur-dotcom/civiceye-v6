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Namaskar! We are Team CivicEye. CivicEye Pro v6.0 — ek fully deployed AI+Blockchain civic governance platform. Frontend Vercel pe live, Backend Render pe live — abhi is waqt.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India mein 70% complaints kabhi time pe resolve nahi hoti. 50 million complaints annually — CPGRAMS pe hundreds of crore kharch, sirf 5% volume handle. Corruption report karna impossible — koi audit trail nahi.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8 powerful features. Real Auth with OTP, AI classification 8 categories 0-100 score, Blockchain audit trail, 8 automation jobs 24/7, Bilingual AI support, WhatsApp alerts, Hindi voice input, PWA offline mode. Sab ek platform mein.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Register with OTP, complaint file karo Hindi mein, AI classify karta hai score+category, blockchain block banta hai, officer auto-assign, WhatsApp notification. Poora automated — ek baar set, system khud kaam karta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Tech stack — React frontend, FastAPI backend, SQLite/PostgreSQL, custom blockchain SHA-256, AI classifier Claude API ready. Sab kuch deployed — Vercel + Render — bilkul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Har feature mein CivicEye wins. CPGRAMS pe hundreds of crore kharch — AI nahi, blockchain nahi, automation nahi. Hamara cost zero. Deploy time 30 minutes. Yeh hamari strength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Market opportunity bahut badi hai. 500M users, 4000 municipalities, ₹2500Cr GovTech market. Revenue — B2G SaaS license, analytics, blockchain audit. Year 1 mein ₹1 Crore ARR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Riya ne poora frontend + backend build kiya sirf kuch dinon mein. Anjali ne AI logic aur research ki. Ritik ne holographic design system banaya. Sandeep ne business model, market analysis aur pitch script. Team ka execution speed hi hamari superpower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Ab live demo. [Open civiceye-v6.vercel.app — show boot, piano, holographic]. [Register with OTP]. [File complaint in Hindi voice]. [Show AI score + corruption flag]. [Blockchain block]. [8 automation jobs]. [onrender.com/docs — live Swagger]. Koi mock nahi — sab 100% real. Thank you!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0C18"/>
        </a:solidFill>
      </p:bgPr>
    </p:bg>
    <p:spTree>
      <p:nvGrpSpPr>
        <p:cNvPr id="1" name=""/>
        <p:cNvGrpSpPr/>
        <p:nvPr/>
      </p:nvGrpSpPr>
      <p:grpSpPr>
        <a:xfrm>
          <a:off x="0" y="0"/>
          <a:ext cx="0" cy="0"/>
          <a:chOff x="0" y="0"/>
          <a:chExt cx="0" cy="0"/>
        </a:xfrm>
      </p:grpSpPr>
      <p:sp>
        <p:nvSpPr>
          <p:cNvPr id="2" name="Shape 0"/>
          <p:cNvSpPr/>
          <p:nvPr/>
        </p:nvSpPr>
        <p:spPr>
          <a:xfrm>
            <a:off x="-1828800" y="-914400"/>
            <a:ext cx="6400800" cy="5486400"/>
          </a:xfrm>
          <a:prstGeom prst="ellipse">
            <a:avLst/>
          </a:prstGeom>
          <a:solidFill>
            <a:srgbClr val="B040FF">
              <a:alpha val="4000"/>
            </a:srgbClr>
          </a:solidFill>
          <a:ln w="12700">
            <a:solidFill>
              <a:srgbClr val="000000"/>
            </a:solidFill>
            <a:prstDash val="solid"/>
          </a:ln>
        </p:spPr>
      </p:sp>
      <p:sp>
        <p:nvSpPr>
          <p:cNvPr id="3" name="Shape 1"/>
          <p:cNvSpPr/>
          <p:nvPr/>
        </p:nvSpPr>
        <p:spPr>
          <a:xfrm>
            <a:off x="5943600" y="2743200"/>
            <a:ext cx="5486400" cy="4572000"/>
          </a:xfrm>
          <a:prstGeom prst="ellipse">
            <a:avLst/>
          </a:prstGeom>
          <a:solidFill>
            <a:srgbClr val="00F5FF">
              <a:alpha val="4000"/>
            </a:srgbClr>
          </a:solidFill>
          <a:ln w="12700">
            <a:solidFill>
              <a:srgbClr val="000000"/>
            </a:solidFill>
            <a:prstDash val="solid"/>
          </a:ln>
        </p:spPr>
      </p:sp>
      <p:sp>
        <p:nvSpPr>
          <p:cNvPr id="4" name="Shape 2"/>
          <p:cNvSpPr/>
          <p:nvPr/>
        </p:nvSpPr>
        <p:spPr>
          <a:xfrm>
            <a:off x="2743200" y="3657600"/>
            <a:ext cx="4572000" cy="3657600"/>
          </a:xfrm>
          <a:prstGeom prst="ellipse">
            <a:avLst/>
          </a:prstGeom>
          <a:solidFill>
            <a:srgbClr val="3D8EFF">
              <a:alpha val="3000"/>
            </a:srgbClr>
          </a:solidFill>
          <a:ln w="12700">
            <a:solidFill>
              <a:srgbClr val="000000"/>
            </a:solidFill>
            <a:prstDash val="solid"/>
          </a:ln>
        </p:spPr>
      </p:sp>
      <p:sp>
        <p:nvSpPr>
          <p:cNvPr id="5" name="Shape 3"/>
          <p:cNvSpPr/>
          <p:nvPr/>
        </p:nvSpPr>
        <p:spPr>
          <a:xfrm>
            <a:off x="0" y="0"/>
            <a:ext cx="9144000" cy="11887"/>
          </a:xfrm>
          <a:prstGeom prst="rect">
            <a:avLst/>
          </a:prstGeom>
          <a:solidFill>
            <a:srgbClr val="00F5FF">
              <a:alpha val="3000"/>
            </a:srgbClr>
          </a:solidFill>
          <a:ln w="12700">
            <a:solidFill>
              <a:srgbClr val="000000"/>
            </a:solidFill>
            <a:prstDash val="solid"/>
          </a:ln>
        </p:spPr>
      </p:sp>
      <p:sp>
        <p:nvSpPr>
          <p:cNvPr id="6" name="Shape 4"/>
          <p:cNvSpPr/>
          <p:nvPr/>
        </p:nvSpPr>
        <p:spPr>
          <a:xfrm>
            <a:off x="0" y="257175"/>
            <a:ext cx="9144000" cy="11887"/>
          </a:xfrm>
          <a:prstGeom prst="rect">
            <a:avLst/>
          </a:prstGeom>
          <a:solidFill>
            <a:srgbClr val="00F5FF">
              <a:alpha val="3000"/>
            </a:srgbClr>
          </a:solidFill>
          <a:ln w="12700">
            <a:solidFill>
              <a:srgbClr val="000000"/>
            </a:solidFill>
            <a:prstDash val="solid"/>
          </a:ln>
        </p:spPr>
      </p:sp>
      <p:sp>
        <p:nvSpPr>
          <p:cNvPr id="7" name="Shape 5"/>
          <p:cNvSpPr/>
          <p:nvPr/>
        </p:nvSpPr>
        <p:spPr>
          <a:xfrm>
            <a:off x="0" y="514350"/>
            <a:ext cx="9144000" cy="11887"/>
          </a:xfrm>
          <a:prstGeom prst="rect">
            <a:avLst/>
          </a:prstGeom>
          <a:solidFill>
            <a:srgbClr val="00F5FF">
              <a:alpha val="3000"/>
            </a:srgbClr>
          </a:solidFill>
          <a:ln w="12700">
            <a:solidFill>
              <a:srgbClr val="000000"/>
            </a:solidFill>
            <a:prstDash val="solid"/>
          </a:ln>
        </p:spPr>
      </p:sp>
      <p:sp>
        <p:nvSpPr>
          <p:cNvPr id="8" name="Shape 6"/>
          <p:cNvSpPr/>
          <p:nvPr/>
        </p:nvSpPr>
        <p:spPr>
          <a:xfrm>
            <a:off x="0" y="771525"/>
            <a:ext cx="9144000" cy="11887"/>
          </a:xfrm>
          <a:prstGeom prst="rect">
            <a:avLst/>
          </a:prstGeom>
          <a:solidFill>
            <a:srgbClr val="00F5FF">
              <a:alpha val="3000"/>
            </a:srgbClr>
          </a:solidFill>
          <a:ln w="12700">
            <a:solidFill>
              <a:srgbClr val="000000"/>
            </a:solidFill>
            <a:prstDash val="solid"/>
          </a:ln>
        </p:spPr>
      </p:sp>
      <p:sp>
        <p:nvSpPr>
          <p:cNvPr id="9" name="Shape 7"/>
          <p:cNvSpPr/>
          <p:nvPr/>
        </p:nvSpPr>
        <p:spPr>
          <a:xfrm>
            <a:off x="0" y="1028700"/>
            <a:ext cx="9144000" cy="11887"/>
          </a:xfrm>
          <a:prstGeom prst="rect">
            <a:avLst/>
          </a:prstGeom>
          <a:solidFill>
            <a:srgbClr val="00F5FF">
              <a:alpha val="3000"/>
            </a:srgbClr>
          </a:solidFill>
          <a:ln w="12700">
            <a:solidFill>
              <a:srgbClr val="000000"/>
            </a:solidFill>
            <a:prstDash val="solid"/>
          </a:ln>
        </p:spPr>
      </p:sp>
      <p:sp>
        <p:nvSpPr>
          <p:cNvPr id="10" name="Shape 8"/>
          <p:cNvSpPr/>
          <p:nvPr/>
        </p:nvSpPr>
        <p:spPr>
          <a:xfrm>
            <a:off x="0" y="1285875"/>
            <a:ext cx="9144000" cy="11887"/>
          </a:xfrm>
          <a:prstGeom prst="rect">
            <a:avLst/>
          </a:prstGeom>
          <a:solidFill>
            <a:srgbClr val="00F5FF">
              <a:alpha val="3000"/>
            </a:srgbClr>
          </a:solidFill>
          <a:ln w="12700">
            <a:solidFill>
              <a:srgbClr val="000000"/>
            </a:solidFill>
            <a:prstDash val="solid"/>
          </a:ln>
        </p:spPr>
      </p:sp>
      <p:sp>
        <p:nvSpPr>
          <p:cNvPr id="11" name="Shape 9"/>
          <p:cNvSpPr/>
          <p:nvPr/>
        </p:nvSpPr>
        <p:spPr>
          <a:xfrm>
            <a:off x="0" y="1543050"/>
            <a:ext cx="9144000" cy="11887"/>
          </a:xfrm>
          <a:prstGeom prst="rect">
            <a:avLst/>
          </a:prstGeom>
          <a:solidFill>
            <a:srgbClr val="00F5FF">
              <a:alpha val="3000"/>
            </a:srgbClr>
          </a:solidFill>
          <a:ln w="12700">
            <a:solidFill>
              <a:srgbClr val="000000"/>
            </a:solidFill>
            <a:prstDash val="solid"/>
          </a:ln>
        </p:spPr>
      </p:sp>
      <p:sp>
        <p:nvSpPr>
          <p:cNvPr id="12" name="Shape 10"/>
          <p:cNvSpPr/>
          <p:nvPr/>
        </p:nvSpPr>
        <p:spPr>
          <a:xfrm>
            <a:off x="0" y="1800225"/>
            <a:ext cx="9144000" cy="11887"/>
          </a:xfrm>
          <a:prstGeom prst="rect">
            <a:avLst/>
          </a:prstGeom>
          <a:solidFill>
            <a:srgbClr val="00F5FF">
              <a:alpha val="3000"/>
            </a:srgbClr>
          </a:solidFill>
          <a:ln w="12700">
            <a:solidFill>
              <a:srgbClr val="000000"/>
            </a:solidFill>
            <a:prstDash val="solid"/>
          </a:ln>
        </p:spPr>
      </p:sp>
      <p:sp>
        <p:nvSpPr>
          <p:cNvPr id="13" name="Shape 11"/>
          <p:cNvSpPr/>
          <p:nvPr/>
        </p:nvSpPr>
        <p:spPr>
          <a:xfrm>
            <a:off x="0" y="2057400"/>
            <a:ext cx="9144000" cy="11887"/>
          </a:xfrm>
          <a:prstGeom prst="rect">
            <a:avLst/>
          </a:prstGeom>
          <a:solidFill>
            <a:srgbClr val="00F5FF">
              <a:alpha val="3000"/>
            </a:srgbClr>
          </a:solidFill>
          <a:ln w="12700">
            <a:solidFill>
              <a:srgbClr val="000000"/>
            </a:solidFill>
            <a:prstDash val="solid"/>
          </a:ln>
        </p:spPr>
      </p:sp>
      <p:sp>
        <p:nvSpPr>
          <p:cNvPr id="14" name="Shape 12"/>
          <p:cNvSpPr/>
          <p:nvPr/>
        </p:nvSpPr>
        <p:spPr>
          <a:xfrm>
            <a:off x="0" y="2314575"/>
            <a:ext cx="9144000" cy="11887"/>
          </a:xfrm>
          <a:prstGeom prst="rect">
            <a:avLst/>
          </a:prstGeom>
          <a:solidFill>
            <a:srgbClr val="00F5FF">
              <a:alpha val="3000"/>
            </a:srgbClr>
          </a:solidFill>
          <a:ln w="12700">
            <a:solidFill>
              <a:srgbClr val="000000"/>
            </a:solidFill>
            <a:prstDash val="solid"/>
          </a:ln>
        </p:spPr>
      </p:sp>
      <p:sp>
        <p:nvSpPr>
          <p:cNvPr id="15" name="Shape 13"/>
          <p:cNvSpPr/>
          <p:nvPr/>
        </p:nvSpPr>
        <p:spPr>
          <a:xfrm>
            <a:off x="0" y="2571750"/>
            <a:ext cx="9144000" cy="11887"/>
          </a:xfrm>
          <a:prstGeom prst="rect">
            <a:avLst/>
          </a:prstGeom>
          <a:solidFill>
            <a:srgbClr val="00F5FF">
              <a:alpha val="3000"/>
            </a:srgbClr>
          </a:solidFill>
          <a:ln w="12700">
            <a:solidFill>
              <a:srgbClr val="000000"/>
            </a:solidFill>
            <a:prstDash val="solid"/>
          </a:ln>
        </p:spPr>
      </p:sp>
      <p:sp>
        <p:nvSpPr>
          <p:cNvPr id="16" name="Shape 14"/>
          <p:cNvSpPr/>
          <p:nvPr/>
        </p:nvSpPr>
        <p:spPr>
          <a:xfrm>
            <a:off x="0" y="2828925"/>
            <a:ext cx="9144000" cy="11887"/>
          </a:xfrm>
          <a:prstGeom prst="rect">
            <a:avLst/>
          </a:prstGeom>
          <a:solidFill>
            <a:srgbClr val="00F5FF">
              <a:alpha val="3000"/>
            </a:srgbClr>
          </a:solidFill>
          <a:ln w="12700">
            <a:solidFill>
              <a:srgbClr val="000000"/>
            </a:solidFill>
            <a:prstDash val="solid"/>
          </a:ln>
        </p:spPr>
      </p:sp>
      <p:sp>
        <p:nvSpPr>
          <p:cNvPr id="17" name="Shape 15"/>
          <p:cNvSpPr/>
          <p:nvPr/>
        </p:nvSpPr>
        <p:spPr>
          <a:xfrm>
            <a:off x="0" y="3086100"/>
            <a:ext cx="9144000" cy="11887"/>
          </a:xfrm>
          <a:prstGeom prst="rect">
            <a:avLst/>
          </a:prstGeom>
          <a:solidFill>
            <a:srgbClr val="00F5FF">
              <a:alpha val="3000"/>
            </a:srgbClr>
          </a:solidFill>
          <a:ln w="12700">
            <a:solidFill>
              <a:srgbClr val="000000"/>
            </a:solidFill>
            <a:prstDash val="solid"/>
          </a:ln>
        </p:spPr>
      </p:sp>
      <p:sp>
        <p:nvSpPr>
          <p:cNvPr id="18" name="Shape 16"/>
          <p:cNvSpPr/>
          <p:nvPr/>
        </p:nvSpPr>
        <p:spPr>
          <a:xfrm>
            <a:off x="0" y="3343275"/>
            <a:ext cx="9144000" cy="11887"/>
          </a:xfrm>
          <a:prstGeom prst="rect">
            <a:avLst/>
          </a:prstGeom>
          <a:solidFill>
            <a:srgbClr val="00F5FF">
              <a:alpha val="3000"/>
            </a:srgbClr>
          </a:solidFill>
          <a:ln w="12700">
            <a:solidFill>
              <a:srgbClr val="000000"/>
            </a:solidFill>
            <a:prstDash val="solid"/>
          </a:ln>
        </p:spPr>
      </p:sp>
      <p:sp>
        <p:nvSpPr>
          <p:cNvPr id="19" name="Shape 17"/>
          <p:cNvSpPr/>
          <p:nvPr/>
        </p:nvSpPr>
        <p:spPr>
          <a:xfrm>
            <a:off x="0" y="3600450"/>
            <a:ext cx="9144000" cy="11887"/>
          </a:xfrm>
          <a:prstGeom prst="rect">
            <a:avLst/>
          </a:prstGeom>
          <a:solidFill>
            <a:srgbClr val="00F5FF">
              <a:alpha val="3000"/>
            </a:srgbClr>
          </a:solidFill>
          <a:ln w="12700">
            <a:solidFill>
              <a:srgbClr val="000000"/>
            </a:solidFill>
            <a:prstDash val="solid"/>
          </a:ln>
        </p:spPr>
      </p:sp>
      <p:sp>
        <p:nvSpPr>
          <p:cNvPr id="20" name="Shape 18"/>
          <p:cNvSpPr/>
          <p:nvPr/>
        </p:nvSpPr>
        <p:spPr>
          <a:xfrm>
            <a:off x="0" y="3857625"/>
            <a:ext cx="9144000" cy="11887"/>
          </a:xfrm>
          <a:prstGeom prst="rect">
            <a:avLst/>
          </a:prstGeom>
          <a:solidFill>
            <a:srgbClr val="00F5FF">
              <a:alpha val="3000"/>
            </a:srgbClr>
          </a:solidFill>
          <a:ln w="12700">
            <a:solidFill>
              <a:srgbClr val="000000"/>
            </a:solidFill>
            <a:prstDash val="solid"/>
          </a:ln>
        </p:spPr>
      </p:sp>
      <p:sp>
        <p:nvSpPr>
          <p:cNvPr id="21" name="Shape 19"/>
          <p:cNvSpPr/>
          <p:nvPr/>
        </p:nvSpPr>
        <p:spPr>
          <a:xfrm>
            <a:off x="0" y="4114800"/>
            <a:ext cx="9144000" cy="11887"/>
          </a:xfrm>
          <a:prstGeom prst="rect">
            <a:avLst/>
          </a:prstGeom>
          <a:solidFill>
            <a:srgbClr val="00F5FF">
              <a:alpha val="3000"/>
            </a:srgbClr>
          </a:solidFill>
          <a:ln w="12700">
            <a:solidFill>
              <a:srgbClr val="000000"/>
            </a:solidFill>
            <a:prstDash val="solid"/>
          </a:ln>
        </p:spPr>
      </p:sp>
      <p:sp>
        <p:nvSpPr>
          <p:cNvPr id="22" name="Shape 20"/>
          <p:cNvSpPr/>
          <p:nvPr/>
        </p:nvSpPr>
        <p:spPr>
          <a:xfrm>
            <a:off x="0" y="4371975"/>
            <a:ext cx="9144000" cy="11887"/>
          </a:xfrm>
          <a:prstGeom prst="rect">
            <a:avLst/>
          </a:prstGeom>
          <a:solidFill>
            <a:srgbClr val="00F5FF">
              <a:alpha val="3000"/>
            </a:srgbClr>
          </a:solidFill>
          <a:ln w="12700">
            <a:solidFill>
              <a:srgbClr val="000000"/>
            </a:solidFill>
            <a:prstDash val="solid"/>
          </a:ln>
        </p:spPr>
      </p:sp>
      <p:sp>
        <p:nvSpPr>
          <p:cNvPr id="23" name="Shape 21"/>
          <p:cNvSpPr/>
          <p:nvPr/>
        </p:nvSpPr>
        <p:spPr>
          <a:xfrm>
            <a:off x="0" y="4629150"/>
            <a:ext cx="9144000" cy="11887"/>
          </a:xfrm>
          <a:prstGeom prst="rect">
            <a:avLst/>
          </a:prstGeom>
          <a:solidFill>
            <a:srgbClr val="00F5FF">
              <a:alpha val="3000"/>
            </a:srgbClr>
          </a:solidFill>
          <a:ln w="12700">
            <a:solidFill>
              <a:srgbClr val="000000"/>
            </a:solidFill>
            <a:prstDash val="solid"/>
          </a:ln>
        </p:spPr>
      </p:sp>
      <p:sp>
        <p:nvSpPr>
          <p:cNvPr id="24" name="Shape 22"/>
          <p:cNvSpPr/>
          <p:nvPr/>
        </p:nvSpPr>
        <p:spPr>
          <a:xfrm>
            <a:off x="0" y="4886325"/>
            <a:ext cx="9144000" cy="11887"/>
          </a:xfrm>
          <a:prstGeom prst="rect">
            <a:avLst/>
          </a:prstGeom>
          <a:solidFill>
            <a:srgbClr val="00F5FF">
              <a:alpha val="3000"/>
            </a:srgbClr>
          </a:solidFill>
          <a:ln w="12700">
            <a:solidFill>
              <a:srgbClr val="000000"/>
            </a:solidFill>
            <a:prstDash val="solid"/>
          </a:ln>
        </p:spPr>
      </p:sp>
      <p:sp>
        <p:nvSpPr>
          <p:cNvPr id="25" name="Shape 23"/>
          <p:cNvSpPr/>
          <p:nvPr/>
        </p:nvSpPr>
        <p:spPr>
          <a:xfrm>
            <a:off x="3108960" y="73152"/>
            <a:ext cx="2011680" cy="2011680"/>
          </a:xfrm>
          <a:prstGeom prst="ellipse">
            <a:avLst/>
          </a:prstGeom>
          <a:solidFill>
            <a:srgbClr val="00F5FF">
              <a:alpha val="3000"/>
            </a:srgbClr>
          </a:solidFill>
          <a:ln w="15240">
            <a:solidFill>
              <a:srgbClr val="00F5FF"/>
            </a:solidFill>
            <a:prstDash val="solid"/>
          </a:ln>
        </p:spPr>
      </p:sp>
      <p:sp>
        <p:nvSpPr>
          <p:cNvPr id="26" name="Shape 24"/>
          <p:cNvSpPr/>
          <p:nvPr/>
        </p:nvSpPr>
        <p:spPr>
          <a:xfrm>
            <a:off x="3337560" y="301752"/>
            <a:ext cx="1554480" cy="1554480"/>
          </a:xfrm>
          <a:prstGeom prst="ellipse">
            <a:avLst/>
          </a:prstGeom>
          <a:solidFill>
            <a:srgbClr val="B040FF">
              <a:alpha val="6000"/>
            </a:srgbClr>
          </a:solidFill>
          <a:ln w="12700">
            <a:solidFill>
              <a:srgbClr val="B040FF"/>
            </a:solidFill>
            <a:prstDash val="solid"/>
          </a:ln>
        </p:spPr>
      </p:sp>
      <p:sp>
        <p:nvSpPr>
          <p:cNvPr id="27" name="Shape 25"/>
          <p:cNvSpPr/>
          <p:nvPr/>
        </p:nvSpPr>
        <p:spPr>
          <a:xfrm>
            <a:off x="3566160" y="530352"/>
            <a:ext cx="1097280" cy="1097280"/>
          </a:xfrm>
          <a:prstGeom prst="ellipse">
            <a:avLst/>
          </a:prstGeom>
          <a:solidFill>
            <a:srgbClr val="00FFD1">
              <a:alpha val="8000"/>
            </a:srgbClr>
          </a:solidFill>
          <a:ln w="10160">
            <a:solidFill>
              <a:srgbClr val="00FFD1"/>
            </a:solidFill>
            <a:prstDash val="solid"/>
          </a:ln>
        </p:spPr>
      </p:sp>
      <p:sp>
        <p:nvSpPr>
          <p:cNvPr id="28" name="Shape 26"/>
          <p:cNvSpPr/>
          <p:nvPr/>
        </p:nvSpPr>
        <p:spPr>
          <a:xfrm>
            <a:off x="3771900" y="736092"/>
            <a:ext cx="685800" cy="685800"/>
          </a:xfrm>
          <a:prstGeom prst="ellipse">
            <a:avLst/>
          </a:prstGeom>
          <a:solidFill>
            <a:srgbClr val="00F5FF">
              <a:alpha val="12000"/>
            </a:srgbClr>
          </a:solidFill>
          <a:ln w="7620">
            <a:solidFill>
              <a:srgbClr val="00F5FF"/>
            </a:solidFill>
            <a:prstDash val="solid"/>
          </a:ln>
          <a:effectLst>
            <a:outerShdw sx="100000" sy="100000" kx="0" ky="0" algn="bl" rotWithShape="0" blurRad="279400" dist="50800" dir="16200000">
              <a:srgbClr val="00F5FF">
                <a:alpha val="20000"/>
              </a:srgbClr>
            </a:outerShdw>
          </a:effectLst>
        </p:spPr>
      </p:sp>
      <p:sp>
        <p:nvSpPr>
          <p:cNvPr id="29" name="Shape 27"/>
          <p:cNvSpPr/>
          <p:nvPr/>
        </p:nvSpPr>
        <p:spPr>
          <a:xfrm>
            <a:off x="3968496" y="932688"/>
            <a:ext cx="292608" cy="292608"/>
          </a:xfrm>
          <a:prstGeom prst="ellipse">
            <a:avLst/>
          </a:prstGeom>
          <a:solidFill>
            <a:srgbClr val="EEF6FF"/>
          </a:solidFill>
          <a:ln w="5080">
            <a:solidFill>
              <a:srgbClr val="EEF6FF"/>
            </a:solidFill>
            <a:prstDash val="solid"/>
          </a:ln>
          <a:effectLst>
            <a:outerShdw sx="100000" sy="100000" kx="0" ky="0" algn="bl" rotWithShape="0" blurRad="279400" dist="50800" dir="16200000">
              <a:srgbClr val="EEF6FF">
                <a:alpha val="20000"/>
              </a:srgbClr>
            </a:outerShdw>
          </a:effectLst>
        </p:spPr>
      </p:sp>
      <p:sp>
        <p:nvSpPr>
          <p:cNvPr id="30" name="Shape 28"/>
          <p:cNvSpPr/>
          <p:nvPr/>
        </p:nvSpPr>
        <p:spPr>
          <a:xfrm>
            <a:off x="4279392" y="256032"/>
            <a:ext cx="256032" cy="256032"/>
          </a:xfrm>
          <a:prstGeom prst="ellipse">
            <a:avLst/>
          </a:prstGeom>
          <a:solidFill>
            <a:srgbClr val="00F5FF"/>
          </a:solidFill>
          <a:ln w="12700">
            <a:solidFill>
              <a:srgbClr val="000000"/>
            </a:solidFill>
            <a:prstDash val="solid"/>
          </a:ln>
          <a:effectLst>
            <a:outerShdw sx="100000" sy="100000" kx="0" ky="0" algn="bl" rotWithShape="0" blurRad="279400" dist="50800" dir="16200000">
              <a:srgbClr val="00F5FF">
                <a:alpha val="70000"/>
              </a:srgbClr>
            </a:outerShdw>
          </a:effectLst>
        </p:spPr>
      </p:sp>
      <p:sp>
        <p:nvSpPr>
          <p:cNvPr id="31" name="Shape 29"/>
          <p:cNvSpPr/>
          <p:nvPr/>
        </p:nvSpPr>
        <p:spPr>
          <a:xfrm>
            <a:off x="3474720" y="365760"/>
            <a:ext cx="2194560" cy="16459"/>
          </a:xfrm>
          <a:prstGeom prst="rect">
            <a:avLst/>
          </a:prstGeom>
          <a:solidFill>
            <a:srgbClr val="00F5FF">
              <a:alpha val="28000"/>
            </a:srgbClr>
          </a:solidFill>
          <a:ln w="12700">
            <a:solidFill>
              <a:srgbClr val="000000"/>
            </a:solidFill>
            <a:prstDash val="solid"/>
          </a:ln>
        </p:spPr>
      </p:sp>
      <p:sp>
        <p:nvSpPr>
          <p:cNvPr id="32" name="Shape 30"/>
          <p:cNvSpPr/>
          <p:nvPr/>
        </p:nvSpPr>
        <p:spPr>
          <a:xfrm>
            <a:off x="4370832" y="-274320"/>
            <a:ext cx="16459" cy="2194560"/>
          </a:xfrm>
          <a:prstGeom prst="rect">
            <a:avLst/>
          </a:prstGeom>
          <a:solidFill>
            <a:srgbClr val="00F5FF">
              <a:alpha val="28000"/>
            </a:srgbClr>
          </a:solidFill>
          <a:ln w="12700">
            <a:solidFill>
              <a:srgbClr val="000000"/>
            </a:solidFill>
            <a:prstDash val="solid"/>
          </a:ln>
        </p:spPr>
      </p:sp>
      <p:sp>
        <p:nvSpPr>
          <p:cNvPr id="33" name="Text 31"/>
          <p:cNvSpPr/>
          <p:nvPr/>
        </p:nvSpPr>
        <p:spPr>
          <a:xfrm>
            <a:off x="182880" y="1600200"/>
            <a:ext cx="8778240" cy="960120"/>
          </a:xfrm>
          <a:prstGeom prst="rect">
            <a:avLst/>
          </a:prstGeom>
          <a:noFill/>
          <a:ln/>
          <a:effectLst>
            <a:outerShdw sx="100000" sy="100000" kx="0" ky="0" algn="bl" rotWithShape="0" blurRad="279400" dist="50800" dir="16200000">
              <a:srgbClr val="00F5FF">
                <a:alpha val="50000"/>
              </a:srgbClr>
            </a:outerShdw>
          </a:effectLst>
        </p:spPr>
        <p:txBody>
          <a:bodyPr wrap="square" rtlCol="0" anchor="ctr"/>
          <a:lstStyle/>
          <a:p>
            <a:pPr algn="ctr" indent="0" marL="0">
              <a:buNone/>
            </a:pPr>
            <a:r>
              <a:rPr lang="en-US" sz="7800" b="1" spc="1600" kern="0" dirty="0">
                <a:solidFill>
                  <a:srgbClr val="00F5FF"/>
                </a:solidFill>
                <a:latin typeface="Calibri" pitchFamily="34" charset="0"/>
                <a:ea typeface="Calibri" pitchFamily="34" charset="-122"/>
                <a:cs typeface="Calibri" pitchFamily="34" charset="-120"/>
              </a:rPr>
              <a:t>CIVICEYE</a:t>
            </a:r>
            <a:endParaRPr lang="en-US" sz="7800" dirty="0"/>
          </a:p>
        </p:txBody>
      </p:sp>
      <p:sp>
        <p:nvSpPr>
          <p:cNvPr id="34" name="Text 32"/>
          <p:cNvSpPr/>
          <p:nvPr/>
        </p:nvSpPr>
        <p:spPr>
          <a:xfrm>
            <a:off x="182880" y="2542032"/>
            <a:ext cx="8778240" cy="475488"/>
          </a:xfrm>
          <a:prstGeom prst="rect">
            <a:avLst/>
          </a:prstGeom>
          <a:noFill/>
          <a:ln/>
          <a:effectLst>
            <a:outerShdw sx="100000" sy="100000" kx="0" ky="0" algn="bl" rotWithShape="0" blurRad="279400" dist="50800" dir="16200000">
              <a:srgbClr val="B040FF">
                <a:alpha val="40000"/>
              </a:srgbClr>
            </a:outerShdw>
          </a:effectLst>
        </p:spPr>
        <p:txBody>
          <a:bodyPr wrap="square" rtlCol="0" anchor="ctr"/>
          <a:lstStyle/>
          <a:p>
            <a:pPr algn="ctr" indent="0" marL="0">
              <a:buNone/>
            </a:pPr>
            <a:r>
              <a:rPr lang="en-US" sz="2600" spc="1200" kern="0" dirty="0">
                <a:solidFill>
                  <a:srgbClr val="B040FF"/>
                </a:solidFill>
                <a:latin typeface="Consolas" pitchFamily="34" charset="0"/>
                <a:ea typeface="Consolas" pitchFamily="34" charset="-122"/>
                <a:cs typeface="Consolas" pitchFamily="34" charset="-120"/>
              </a:rPr>
              <a:t>PRO  v6.0</a:t>
            </a:r>
            <a:endParaRPr lang="en-US" sz="2600" dirty="0"/>
          </a:p>
        </p:txBody>
      </p:sp>
      <p:sp>
        <p:nvSpPr>
          <p:cNvPr id="35" name="Shape 33"/>
          <p:cNvSpPr/>
          <p:nvPr/>
        </p:nvSpPr>
        <p:spPr>
          <a:xfrm>
            <a:off x="1371600" y="3072384"/>
            <a:ext cx="6400800" cy="32004"/>
          </a:xfrm>
          <a:prstGeom prst="rect">
            <a:avLst/>
          </a:prstGeom>
          <a:solidFill>
            <a:srgbClr val="00F5FF">
              <a:alpha val="55000"/>
            </a:srgbClr>
          </a:solidFill>
          <a:ln w="12700">
            <a:solidFill>
              <a:srgbClr val="000000"/>
            </a:solidFill>
            <a:prstDash val="solid"/>
          </a:ln>
        </p:spPr>
      </p:sp>
      <p:sp>
        <p:nvSpPr>
          <p:cNvPr id="36" name="Text 34"/>
          <p:cNvSpPr/>
          <p:nvPr/>
        </p:nvSpPr>
        <p:spPr>
          <a:xfrm>
            <a:off x="365760" y="3090672"/>
            <a:ext cx="8412480" cy="320040"/>
          </a:xfrm>
          <a:prstGeom prst="rect">
            <a:avLst/>
          </a:prstGeom>
          <a:noFill/>
          <a:ln/>
        </p:spPr>
        <p:txBody>
          <a:bodyPr wrap="square" rtlCol="0" anchor="ctr"/>
          <a:lstStyle/>
          <a:p>
            <a:pPr algn="ctr" indent="0" marL="0">
              <a:buNone/>
            </a:pPr>
            <a:r>
              <a:rPr lang="en-US" sz="1450" i="1" dirty="0">
                <a:solidFill>
                  <a:srgbClr val="EEF6FF"/>
                </a:solidFill>
                <a:latin typeface="Calibri" pitchFamily="34" charset="0"/>
                <a:ea typeface="Calibri" pitchFamily="34" charset="-122"/>
                <a:cs typeface="Calibri" pitchFamily="34" charset="-120"/>
              </a:rPr>
              <a:t>Holographic AI-Powered Civic Governance Platform</a:t>
            </a:r>
            <a:endParaRPr lang="en-US" sz="1450" dirty="0"/>
          </a:p>
        </p:txBody>
      </p:sp>
      <p:sp>
        <p:nvSpPr>
          <p:cNvPr id="37" name="Shape 35"/>
          <p:cNvSpPr/>
          <p:nvPr/>
        </p:nvSpPr>
        <p:spPr>
          <a:xfrm>
            <a:off x="1371600" y="3438144"/>
            <a:ext cx="6400800" cy="32004"/>
          </a:xfrm>
          <a:prstGeom prst="rect">
            <a:avLst/>
          </a:prstGeom>
          <a:solidFill>
            <a:srgbClr val="00F5FF">
              <a:alpha val="55000"/>
            </a:srgbClr>
          </a:solidFill>
          <a:ln w="12700">
            <a:solidFill>
              <a:srgbClr val="000000"/>
            </a:solidFill>
            <a:prstDash val="solid"/>
          </a:ln>
        </p:spPr>
      </p:sp>
      <p:sp>
        <p:nvSpPr>
          <p:cNvPr id="38" name="Shape 36"/>
          <p:cNvSpPr/>
          <p:nvPr/>
        </p:nvSpPr>
        <p:spPr>
          <a:xfrm>
            <a:off x="-27432" y="3566160"/>
            <a:ext cx="868680" cy="228600"/>
          </a:xfrm>
          <a:prstGeom prst="roundRect">
            <a:avLst>
              <a:gd name="adj" fmla="val 20000"/>
            </a:avLst>
          </a:prstGeom>
          <a:solidFill>
            <a:srgbClr val="3D8EFF">
              <a:alpha val="20000"/>
            </a:srgbClr>
          </a:solidFill>
          <a:ln w="11430">
            <a:solidFill>
              <a:srgbClr val="3D8EFF"/>
            </a:solidFill>
            <a:prstDash val="solid"/>
          </a:ln>
        </p:spPr>
      </p:sp>
      <p:sp>
        <p:nvSpPr>
          <p:cNvPr id="39" name="Text 37"/>
          <p:cNvSpPr/>
          <p:nvPr/>
        </p:nvSpPr>
        <p:spPr>
          <a:xfrm>
            <a:off x="-27432" y="3566160"/>
            <a:ext cx="868680" cy="228600"/>
          </a:xfrm>
          <a:prstGeom prst="rect">
            <a:avLst/>
          </a:prstGeom>
          <a:noFill/>
          <a:ln/>
        </p:spPr>
        <p:txBody>
          <a:bodyPr wrap="square" lIns="0" tIns="0" rIns="0" bIns="0" rtlCol="0" anchor="ctr"/>
          <a:lstStyle/>
          <a:p>
            <a:pPr algn="ctr" indent="0" marL="0">
              <a:buNone/>
            </a:pPr>
            <a:r>
              <a:rPr lang="en-US" sz="800" b="1" dirty="0">
                <a:solidFill>
                  <a:srgbClr val="3D8EFF"/>
                </a:solidFill>
                <a:latin typeface="Consolas" pitchFamily="34" charset="0"/>
                <a:ea typeface="Consolas" pitchFamily="34" charset="-122"/>
                <a:cs typeface="Consolas" pitchFamily="34" charset="-120"/>
              </a:rPr>
              <a:t>🔐 Auth</a:t>
            </a:r>
            <a:endParaRPr lang="en-US" sz="800" dirty="0"/>
          </a:p>
        </p:txBody>
      </p:sp>
      <p:sp>
        <p:nvSpPr>
          <p:cNvPr id="40" name="Shape 38"/>
          <p:cNvSpPr/>
          <p:nvPr/>
        </p:nvSpPr>
        <p:spPr>
          <a:xfrm>
            <a:off x="969264" y="3566160"/>
            <a:ext cx="1280160" cy="228600"/>
          </a:xfrm>
          <a:prstGeom prst="roundRect">
            <a:avLst>
              <a:gd name="adj" fmla="val 20000"/>
            </a:avLst>
          </a:prstGeom>
          <a:solidFill>
            <a:srgbClr val="B040FF">
              <a:alpha val="20000"/>
            </a:srgbClr>
          </a:solidFill>
          <a:ln w="11430">
            <a:solidFill>
              <a:srgbClr val="B040FF"/>
            </a:solidFill>
            <a:prstDash val="solid"/>
          </a:ln>
        </p:spPr>
      </p:sp>
      <p:sp>
        <p:nvSpPr>
          <p:cNvPr id="41" name="Text 39"/>
          <p:cNvSpPr/>
          <p:nvPr/>
        </p:nvSpPr>
        <p:spPr>
          <a:xfrm>
            <a:off x="969264" y="3566160"/>
            <a:ext cx="1280160" cy="228600"/>
          </a:xfrm>
          <a:prstGeom prst="rect">
            <a:avLst/>
          </a:prstGeom>
          <a:noFill/>
          <a:ln/>
        </p:spPr>
        <p:txBody>
          <a:bodyPr wrap="square" lIns="0" tIns="0" rIns="0" bIns="0" rtlCol="0" anchor="ctr"/>
          <a:lstStyle/>
          <a:p>
            <a:pPr algn="ctr" indent="0" marL="0">
              <a:buNone/>
            </a:pPr>
            <a:r>
              <a:rPr lang="en-US" sz="800" b="1" dirty="0">
                <a:solidFill>
                  <a:srgbClr val="B040FF"/>
                </a:solidFill>
                <a:latin typeface="Consolas" pitchFamily="34" charset="0"/>
                <a:ea typeface="Consolas" pitchFamily="34" charset="-122"/>
                <a:cs typeface="Consolas" pitchFamily="34" charset="-120"/>
              </a:rPr>
              <a:t>🧠 AI Engine</a:t>
            </a:r>
            <a:endParaRPr lang="en-US" sz="800" dirty="0"/>
          </a:p>
        </p:txBody>
      </p:sp>
      <p:sp>
        <p:nvSpPr>
          <p:cNvPr id="42" name="Shape 40"/>
          <p:cNvSpPr/>
          <p:nvPr/>
        </p:nvSpPr>
        <p:spPr>
          <a:xfrm>
            <a:off x="2377440" y="3566160"/>
            <a:ext cx="1280160" cy="228600"/>
          </a:xfrm>
          <a:prstGeom prst="roundRect">
            <a:avLst>
              <a:gd name="adj" fmla="val 20000"/>
            </a:avLst>
          </a:prstGeom>
          <a:solidFill>
            <a:srgbClr val="00F5FF">
              <a:alpha val="20000"/>
            </a:srgbClr>
          </a:solidFill>
          <a:ln w="11430">
            <a:solidFill>
              <a:srgbClr val="00F5FF"/>
            </a:solidFill>
            <a:prstDash val="solid"/>
          </a:ln>
        </p:spPr>
      </p:sp>
      <p:sp>
        <p:nvSpPr>
          <p:cNvPr id="43" name="Text 41"/>
          <p:cNvSpPr/>
          <p:nvPr/>
        </p:nvSpPr>
        <p:spPr>
          <a:xfrm>
            <a:off x="2377440" y="3566160"/>
            <a:ext cx="1280160" cy="228600"/>
          </a:xfrm>
          <a:prstGeom prst="rect">
            <a:avLst/>
          </a:prstGeom>
          <a:noFill/>
          <a:ln/>
        </p:spPr>
        <p:txBody>
          <a:bodyPr wrap="square" lIns="0" tIns="0" rIns="0" bIns="0" rtlCol="0" anchor="ctr"/>
          <a:lstStyle/>
          <a:p>
            <a:pPr algn="ctr" indent="0" marL="0">
              <a:buNone/>
            </a:pPr>
            <a:r>
              <a:rPr lang="en-US" sz="800" b="1" dirty="0">
                <a:solidFill>
                  <a:srgbClr val="00F5FF"/>
                </a:solidFill>
                <a:latin typeface="Consolas" pitchFamily="34" charset="0"/>
                <a:ea typeface="Consolas" pitchFamily="34" charset="-122"/>
                <a:cs typeface="Consolas" pitchFamily="34" charset="-120"/>
              </a:rPr>
              <a:t>⛓ Blockchain</a:t>
            </a:r>
            <a:endParaRPr lang="en-US" sz="800" dirty="0"/>
          </a:p>
        </p:txBody>
      </p:sp>
      <p:sp>
        <p:nvSpPr>
          <p:cNvPr id="44" name="Shape 42"/>
          <p:cNvSpPr/>
          <p:nvPr/>
        </p:nvSpPr>
        <p:spPr>
          <a:xfrm>
            <a:off x="3785616" y="3566160"/>
            <a:ext cx="1362456" cy="228600"/>
          </a:xfrm>
          <a:prstGeom prst="roundRect">
            <a:avLst>
              <a:gd name="adj" fmla="val 20000"/>
            </a:avLst>
          </a:prstGeom>
          <a:solidFill>
            <a:srgbClr val="00FF88">
              <a:alpha val="20000"/>
            </a:srgbClr>
          </a:solidFill>
          <a:ln w="11430">
            <a:solidFill>
              <a:srgbClr val="00FF88"/>
            </a:solidFill>
            <a:prstDash val="solid"/>
          </a:ln>
        </p:spPr>
      </p:sp>
      <p:sp>
        <p:nvSpPr>
          <p:cNvPr id="45" name="Text 43"/>
          <p:cNvSpPr/>
          <p:nvPr/>
        </p:nvSpPr>
        <p:spPr>
          <a:xfrm>
            <a:off x="3785616" y="3566160"/>
            <a:ext cx="1362456" cy="228600"/>
          </a:xfrm>
          <a:prstGeom prst="rect">
            <a:avLst/>
          </a:prstGeom>
          <a:noFill/>
          <a:ln/>
        </p:spPr>
        <p:txBody>
          <a:bodyPr wrap="square" lIns="0" tIns="0" rIns="0" bIns="0" rtlCol="0" anchor="ctr"/>
          <a:lstStyle/>
          <a:p>
            <a:pPr algn="ctr" indent="0" marL="0">
              <a:buNone/>
            </a:pPr>
            <a:r>
              <a:rPr lang="en-US" sz="800" b="1" dirty="0">
                <a:solidFill>
                  <a:srgbClr val="00FF88"/>
                </a:solidFill>
                <a:latin typeface="Consolas" pitchFamily="34" charset="0"/>
                <a:ea typeface="Consolas" pitchFamily="34" charset="-122"/>
                <a:cs typeface="Consolas" pitchFamily="34" charset="-120"/>
              </a:rPr>
              <a:t>🤖 Automation</a:t>
            </a:r>
            <a:endParaRPr lang="en-US" sz="800" dirty="0"/>
          </a:p>
        </p:txBody>
      </p:sp>
      <p:sp>
        <p:nvSpPr>
          <p:cNvPr id="46" name="Shape 44"/>
          <p:cNvSpPr/>
          <p:nvPr/>
        </p:nvSpPr>
        <p:spPr>
          <a:xfrm>
            <a:off x="5276088" y="3566160"/>
            <a:ext cx="1280160" cy="228600"/>
          </a:xfrm>
          <a:prstGeom prst="roundRect">
            <a:avLst>
              <a:gd name="adj" fmla="val 20000"/>
            </a:avLst>
          </a:prstGeom>
          <a:solidFill>
            <a:srgbClr val="FFCC00">
              <a:alpha val="20000"/>
            </a:srgbClr>
          </a:solidFill>
          <a:ln w="11430">
            <a:solidFill>
              <a:srgbClr val="FFCC00"/>
            </a:solidFill>
            <a:prstDash val="solid"/>
          </a:ln>
        </p:spPr>
      </p:sp>
      <p:sp>
        <p:nvSpPr>
          <p:cNvPr id="47" name="Text 45"/>
          <p:cNvSpPr/>
          <p:nvPr/>
        </p:nvSpPr>
        <p:spPr>
          <a:xfrm>
            <a:off x="5276088" y="3566160"/>
            <a:ext cx="1280160" cy="228600"/>
          </a:xfrm>
          <a:prstGeom prst="rect">
            <a:avLst/>
          </a:prstGeom>
          <a:noFill/>
          <a:ln/>
        </p:spPr>
        <p:txBody>
          <a:bodyPr wrap="square" lIns="0" tIns="0" rIns="0" bIns="0" rtlCol="0" anchor="ctr"/>
          <a:lstStyle/>
          <a:p>
            <a:pPr algn="ctr" indent="0" marL="0">
              <a:buNone/>
            </a:pPr>
            <a:r>
              <a:rPr lang="en-US" sz="800" b="1" dirty="0">
                <a:solidFill>
                  <a:srgbClr val="FFCC00"/>
                </a:solidFill>
                <a:latin typeface="Consolas" pitchFamily="34" charset="0"/>
                <a:ea typeface="Consolas" pitchFamily="34" charset="-122"/>
                <a:cs typeface="Consolas" pitchFamily="34" charset="-120"/>
              </a:rPr>
              <a:t>💬 Bilingual</a:t>
            </a:r>
            <a:endParaRPr lang="en-US" sz="800" dirty="0"/>
          </a:p>
        </p:txBody>
      </p:sp>
      <p:sp>
        <p:nvSpPr>
          <p:cNvPr id="48" name="Shape 46"/>
          <p:cNvSpPr/>
          <p:nvPr/>
        </p:nvSpPr>
        <p:spPr>
          <a:xfrm>
            <a:off x="6684264" y="3566160"/>
            <a:ext cx="1444752" cy="228600"/>
          </a:xfrm>
          <a:prstGeom prst="roundRect">
            <a:avLst>
              <a:gd name="adj" fmla="val 20000"/>
            </a:avLst>
          </a:prstGeom>
          <a:solidFill>
            <a:srgbClr val="FF2060">
              <a:alpha val="20000"/>
            </a:srgbClr>
          </a:solidFill>
          <a:ln w="11430">
            <a:solidFill>
              <a:srgbClr val="FF2060"/>
            </a:solidFill>
            <a:prstDash val="solid"/>
          </a:ln>
        </p:spPr>
      </p:sp>
      <p:sp>
        <p:nvSpPr>
          <p:cNvPr id="49" name="Text 47"/>
          <p:cNvSpPr/>
          <p:nvPr/>
        </p:nvSpPr>
        <p:spPr>
          <a:xfrm>
            <a:off x="6684264" y="3566160"/>
            <a:ext cx="1444752" cy="228600"/>
          </a:xfrm>
          <a:prstGeom prst="rect">
            <a:avLst/>
          </a:prstGeom>
          <a:noFill/>
          <a:ln/>
        </p:spPr>
        <p:txBody>
          <a:bodyPr wrap="square" lIns="0" tIns="0" rIns="0" bIns="0" rtlCol="0" anchor="ctr"/>
          <a:lstStyle/>
          <a:p>
            <a:pPr algn="ctr" indent="0" marL="0">
              <a:buNone/>
            </a:pPr>
            <a:r>
              <a:rPr lang="en-US" sz="800" b="1" dirty="0">
                <a:solidFill>
                  <a:srgbClr val="FF2060"/>
                </a:solidFill>
                <a:latin typeface="Consolas" pitchFamily="34" charset="0"/>
                <a:ea typeface="Consolas" pitchFamily="34" charset="-122"/>
                <a:cs typeface="Consolas" pitchFamily="34" charset="-120"/>
              </a:rPr>
              <a:t>🎤 Hindi Voice</a:t>
            </a:r>
            <a:endParaRPr lang="en-US" sz="800" dirty="0"/>
          </a:p>
        </p:txBody>
      </p:sp>
      <p:sp>
        <p:nvSpPr>
          <p:cNvPr id="50" name="Shape 48"/>
          <p:cNvSpPr/>
          <p:nvPr/>
        </p:nvSpPr>
        <p:spPr>
          <a:xfrm>
            <a:off x="8257032" y="3566160"/>
            <a:ext cx="786384" cy="228600"/>
          </a:xfrm>
          <a:prstGeom prst="roundRect">
            <a:avLst>
              <a:gd name="adj" fmla="val 20000"/>
            </a:avLst>
          </a:prstGeom>
          <a:solidFill>
            <a:srgbClr val="00FFD1">
              <a:alpha val="20000"/>
            </a:srgbClr>
          </a:solidFill>
          <a:ln w="11430">
            <a:solidFill>
              <a:srgbClr val="00FFD1"/>
            </a:solidFill>
            <a:prstDash val="solid"/>
          </a:ln>
        </p:spPr>
      </p:sp>
      <p:sp>
        <p:nvSpPr>
          <p:cNvPr id="51" name="Text 49"/>
          <p:cNvSpPr/>
          <p:nvPr/>
        </p:nvSpPr>
        <p:spPr>
          <a:xfrm>
            <a:off x="8257032" y="3566160"/>
            <a:ext cx="786384" cy="228600"/>
          </a:xfrm>
          <a:prstGeom prst="rect">
            <a:avLst/>
          </a:prstGeom>
          <a:noFill/>
          <a:ln/>
        </p:spPr>
        <p:txBody>
          <a:bodyPr wrap="square" lIns="0" tIns="0" rIns="0" bIns="0" rtlCol="0" anchor="ctr"/>
          <a:lstStyle/>
          <a:p>
            <a:pPr algn="ctr" indent="0" marL="0">
              <a:buNone/>
            </a:pPr>
            <a:r>
              <a:rPr lang="en-US" sz="800" b="1" dirty="0">
                <a:solidFill>
                  <a:srgbClr val="00FFD1"/>
                </a:solidFill>
                <a:latin typeface="Consolas" pitchFamily="34" charset="0"/>
                <a:ea typeface="Consolas" pitchFamily="34" charset="-122"/>
                <a:cs typeface="Consolas" pitchFamily="34" charset="-120"/>
              </a:rPr>
              <a:t>📱 PWA</a:t>
            </a:r>
            <a:endParaRPr lang="en-US" sz="800" dirty="0"/>
          </a:p>
        </p:txBody>
      </p:sp>
      <p:sp>
        <p:nvSpPr>
          <p:cNvPr id="52" name="Shape 50"/>
          <p:cNvSpPr/>
          <p:nvPr/>
        </p:nvSpPr>
        <p:spPr>
          <a:xfrm>
            <a:off x="320040" y="3913632"/>
            <a:ext cx="3977640" cy="420624"/>
          </a:xfrm>
          <a:prstGeom prst="roundRect">
            <a:avLst>
              <a:gd name="adj" fmla="val 15217"/>
            </a:avLst>
          </a:prstGeom>
          <a:solidFill>
            <a:srgbClr val="010810"/>
          </a:solidFill>
          <a:ln w="19050">
            <a:solidFill>
              <a:srgbClr val="00FF88"/>
            </a:solidFill>
            <a:prstDash val="solid"/>
          </a:ln>
          <a:effectLst>
            <a:outerShdw sx="100000" sy="100000" kx="0" ky="0" algn="bl" rotWithShape="0" blurRad="279400" dist="50800" dir="16200000">
              <a:srgbClr val="00FF88">
                <a:alpha val="35000"/>
              </a:srgbClr>
            </a:outerShdw>
          </a:effectLst>
        </p:spPr>
      </p:sp>
      <p:sp>
        <p:nvSpPr>
          <p:cNvPr id="53" name="Text 51"/>
          <p:cNvSpPr/>
          <p:nvPr/>
        </p:nvSpPr>
        <p:spPr>
          <a:xfrm>
            <a:off x="320040" y="3913632"/>
            <a:ext cx="3977640" cy="420624"/>
          </a:xfrm>
          <a:prstGeom prst="rect">
            <a:avLst/>
          </a:prstGeom>
          <a:noFill/>
          <a:ln/>
        </p:spPr>
        <p:txBody>
          <a:bodyPr wrap="square" rtlCol="0" anchor="ctr"/>
          <a:lstStyle/>
          <a:p>
            <a:pPr algn="ctr" indent="0" marL="0">
              <a:buNone/>
            </a:pPr>
            <a:r>
              <a:rPr lang="en-US" sz="1200" b="1" dirty="0">
                <a:solidFill>
                  <a:srgbClr val="00FF88"/>
                </a:solidFill>
                <a:latin typeface="Consolas" pitchFamily="34" charset="0"/>
                <a:ea typeface="Consolas" pitchFamily="34" charset="-122"/>
                <a:cs typeface="Consolas" pitchFamily="34" charset="-120"/>
              </a:rPr>
              <a:t>🌐  civiceye-v6.vercel.app</a:t>
            </a:r>
            <a:endParaRPr lang="en-US" sz="1200" dirty="0"/>
          </a:p>
        </p:txBody>
      </p:sp>
      <p:sp>
        <p:nvSpPr>
          <p:cNvPr id="54" name="Shape 52"/>
          <p:cNvSpPr/>
          <p:nvPr/>
        </p:nvSpPr>
        <p:spPr>
          <a:xfrm>
            <a:off x="4846320" y="3913632"/>
            <a:ext cx="3977640" cy="420624"/>
          </a:xfrm>
          <a:prstGeom prst="roundRect">
            <a:avLst>
              <a:gd name="adj" fmla="val 15217"/>
            </a:avLst>
          </a:prstGeom>
          <a:solidFill>
            <a:srgbClr val="010810"/>
          </a:solidFill>
          <a:ln w="19050">
            <a:solidFill>
              <a:srgbClr val="00F5FF"/>
            </a:solidFill>
            <a:prstDash val="solid"/>
          </a:ln>
          <a:effectLst>
            <a:outerShdw sx="100000" sy="100000" kx="0" ky="0" algn="bl" rotWithShape="0" blurRad="279400" dist="50800" dir="16200000">
              <a:srgbClr val="00F5FF">
                <a:alpha val="35000"/>
              </a:srgbClr>
            </a:outerShdw>
          </a:effectLst>
        </p:spPr>
      </p:sp>
      <p:sp>
        <p:nvSpPr>
          <p:cNvPr id="55" name="Text 53"/>
          <p:cNvSpPr/>
          <p:nvPr/>
        </p:nvSpPr>
        <p:spPr>
          <a:xfrm>
            <a:off x="4846320" y="3913632"/>
            <a:ext cx="3977640" cy="420624"/>
          </a:xfrm>
          <a:prstGeom prst="rect">
            <a:avLst/>
          </a:prstGeom>
          <a:noFill/>
          <a:ln/>
        </p:spPr>
        <p:txBody>
          <a:bodyPr wrap="square" rtlCol="0" anchor="ctr"/>
          <a:lstStyle/>
          <a:p>
            <a:pPr algn="ctr" indent="0" marL="0">
              <a:buNone/>
            </a:pPr>
            <a:r>
              <a:rPr lang="en-US" sz="1200" b="1" dirty="0">
                <a:solidFill>
                  <a:srgbClr val="00F5FF"/>
                </a:solidFill>
                <a:latin typeface="Consolas" pitchFamily="34" charset="0"/>
                <a:ea typeface="Consolas" pitchFamily="34" charset="-122"/>
                <a:cs typeface="Consolas" pitchFamily="34" charset="-120"/>
              </a:rPr>
              <a:t>⚙  civiceye-v6.onrender.com</a:t>
            </a:r>
            <a:endParaRPr lang="en-US" sz="1200" dirty="0"/>
          </a:p>
        </p:txBody>
      </p:sp>
      <p:sp>
        <p:nvSpPr>
          <p:cNvPr id="56" name="Shape 54"/>
          <p:cNvSpPr/>
          <p:nvPr/>
        </p:nvSpPr>
        <p:spPr>
          <a:xfrm>
            <a:off x="914400" y="4462272"/>
            <a:ext cx="7315200" cy="457200"/>
          </a:xfrm>
          <a:prstGeom prst="roundRect">
            <a:avLst>
              <a:gd name="adj" fmla="val 14000"/>
            </a:avLst>
          </a:prstGeom>
          <a:solidFill>
            <a:srgbClr val="010810"/>
          </a:solidFill>
          <a:ln w="13970">
            <a:solidFill>
              <a:srgbClr val="B040FF"/>
            </a:solidFill>
            <a:prstDash val="solid"/>
          </a:ln>
          <a:effectLst>
            <a:outerShdw sx="100000" sy="100000" kx="0" ky="0" algn="bl" rotWithShape="0" blurRad="279400" dist="50800" dir="16200000">
              <a:srgbClr val="B040FF">
                <a:alpha val="20000"/>
              </a:srgbClr>
            </a:outerShdw>
          </a:effectLst>
        </p:spPr>
      </p:sp>
      <p:sp>
        <p:nvSpPr>
          <p:cNvPr id="57" name="Text 55"/>
          <p:cNvSpPr/>
          <p:nvPr/>
        </p:nvSpPr>
        <p:spPr>
          <a:xfrm>
            <a:off x="914400" y="4462272"/>
            <a:ext cx="7315200" cy="457200"/>
          </a:xfrm>
          <a:prstGeom prst="rect">
            <a:avLst/>
          </a:prstGeom>
          <a:noFill/>
          <a:ln/>
        </p:spPr>
        <p:txBody>
          <a:bodyPr wrap="square" rtlCol="0" anchor="ctr"/>
          <a:lstStyle/>
          <a:p>
            <a:pPr algn="ctr" indent="0" marL="0">
              <a:buNone/>
            </a:pPr>
            <a:r>
              <a:rPr lang="en-US" sz="1150" dirty="0">
                <a:solidFill>
                  <a:srgbClr val="EEF6FF"/>
                </a:solidFill>
                <a:latin typeface="Calibri" pitchFamily="34" charset="0"/>
                <a:ea typeface="Calibri" pitchFamily="34" charset="-122"/>
                <a:cs typeface="Calibri" pitchFamily="34" charset="-120"/>
              </a:rPr>
              <a:t>Riya Thakur  ✦  Anjali Prajapat  ✦  Ritik Joshi  ✦  Sandeep Chauhan</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20C18"/>
        </a:solidFill>
      </p:bgPr>
    </p:bg>
    <p:spTree>
      <p:nvGrpSpPr>
        <p:cNvPr id="1" name=""/>
        <p:cNvGrpSpPr/>
        <p:nvPr/>
      </p:nvGrpSpPr>
      <p:grpSpPr>
        <a:xfrm>
          <a:off x="0" y="0"/>
          <a:ext cx="0" cy="0"/>
          <a:chOff x="0" y="0"/>
          <a:chExt cx="0" cy="0"/>
        </a:xfrm>
      </p:grpSpPr>
      <p:sp>
        <p:nvSpPr>
          <p:cNvPr id="2" name="Shape 0"/>
          <p:cNvSpPr/>
          <p:nvPr/>
        </p:nvSpPr>
        <p:spPr>
          <a:xfrm>
            <a:off x="-1828800" y="-914400"/>
            <a:ext cx="6400800" cy="5486400"/>
          </a:xfrm>
          <a:prstGeom prst="ellipse">
            <a:avLst/>
          </a:prstGeom>
          <a:solidFill>
            <a:srgbClr val="B040FF">
              <a:alpha val="4000"/>
            </a:srgbClr>
          </a:solidFill>
          <a:ln w="12700">
            <a:solidFill>
              <a:srgbClr val="000000"/>
            </a:solidFill>
            <a:prstDash val="solid"/>
          </a:ln>
        </p:spPr>
      </p:sp>
      <p:sp>
        <p:nvSpPr>
          <p:cNvPr id="3" name="Shape 1"/>
          <p:cNvSpPr/>
          <p:nvPr/>
        </p:nvSpPr>
        <p:spPr>
          <a:xfrm>
            <a:off x="5943600" y="2743200"/>
            <a:ext cx="5486400" cy="4572000"/>
          </a:xfrm>
          <a:prstGeom prst="ellipse">
            <a:avLst/>
          </a:prstGeom>
          <a:solidFill>
            <a:srgbClr val="00F5FF">
              <a:alpha val="4000"/>
            </a:srgbClr>
          </a:solidFill>
          <a:ln w="12700">
            <a:solidFill>
              <a:srgbClr val="000000"/>
            </a:solidFill>
            <a:prstDash val="solid"/>
          </a:ln>
        </p:spPr>
      </p:sp>
      <p:sp>
        <p:nvSpPr>
          <p:cNvPr id="4" name="Shape 2"/>
          <p:cNvSpPr/>
          <p:nvPr/>
        </p:nvSpPr>
        <p:spPr>
          <a:xfrm>
            <a:off x="2743200" y="3657600"/>
            <a:ext cx="4572000" cy="3657600"/>
          </a:xfrm>
          <a:prstGeom prst="ellipse">
            <a:avLst/>
          </a:prstGeom>
          <a:solidFill>
            <a:srgbClr val="3D8EFF">
              <a:alpha val="3000"/>
            </a:srgbClr>
          </a:solidFill>
          <a:ln w="12700">
            <a:solidFill>
              <a:srgbClr val="000000"/>
            </a:solidFill>
            <a:prstDash val="solid"/>
          </a:ln>
        </p:spPr>
      </p:sp>
      <p:sp>
        <p:nvSpPr>
          <p:cNvPr id="5" name="Shape 3"/>
          <p:cNvSpPr/>
          <p:nvPr/>
        </p:nvSpPr>
        <p:spPr>
          <a:xfrm>
            <a:off x="0" y="0"/>
            <a:ext cx="9144000" cy="11887"/>
          </a:xfrm>
          <a:prstGeom prst="rect">
            <a:avLst/>
          </a:prstGeom>
          <a:solidFill>
            <a:srgbClr val="FF2060">
              <a:alpha val="3000"/>
            </a:srgbClr>
          </a:solidFill>
          <a:ln w="12700">
            <a:solidFill>
              <a:srgbClr val="000000"/>
            </a:solidFill>
            <a:prstDash val="solid"/>
          </a:ln>
        </p:spPr>
      </p:sp>
      <p:sp>
        <p:nvSpPr>
          <p:cNvPr id="6" name="Shape 4"/>
          <p:cNvSpPr/>
          <p:nvPr/>
        </p:nvSpPr>
        <p:spPr>
          <a:xfrm>
            <a:off x="0" y="514350"/>
            <a:ext cx="9144000" cy="11887"/>
          </a:xfrm>
          <a:prstGeom prst="rect">
            <a:avLst/>
          </a:prstGeom>
          <a:solidFill>
            <a:srgbClr val="FF2060">
              <a:alpha val="3000"/>
            </a:srgbClr>
          </a:solidFill>
          <a:ln w="12700">
            <a:solidFill>
              <a:srgbClr val="000000"/>
            </a:solidFill>
            <a:prstDash val="solid"/>
          </a:ln>
        </p:spPr>
      </p:sp>
      <p:sp>
        <p:nvSpPr>
          <p:cNvPr id="7" name="Shape 5"/>
          <p:cNvSpPr/>
          <p:nvPr/>
        </p:nvSpPr>
        <p:spPr>
          <a:xfrm>
            <a:off x="0" y="1028700"/>
            <a:ext cx="9144000" cy="11887"/>
          </a:xfrm>
          <a:prstGeom prst="rect">
            <a:avLst/>
          </a:prstGeom>
          <a:solidFill>
            <a:srgbClr val="FF2060">
              <a:alpha val="3000"/>
            </a:srgbClr>
          </a:solidFill>
          <a:ln w="12700">
            <a:solidFill>
              <a:srgbClr val="000000"/>
            </a:solidFill>
            <a:prstDash val="solid"/>
          </a:ln>
        </p:spPr>
      </p:sp>
      <p:sp>
        <p:nvSpPr>
          <p:cNvPr id="8" name="Shape 6"/>
          <p:cNvSpPr/>
          <p:nvPr/>
        </p:nvSpPr>
        <p:spPr>
          <a:xfrm>
            <a:off x="0" y="1543050"/>
            <a:ext cx="9144000" cy="11887"/>
          </a:xfrm>
          <a:prstGeom prst="rect">
            <a:avLst/>
          </a:prstGeom>
          <a:solidFill>
            <a:srgbClr val="FF2060">
              <a:alpha val="3000"/>
            </a:srgbClr>
          </a:solidFill>
          <a:ln w="12700">
            <a:solidFill>
              <a:srgbClr val="000000"/>
            </a:solidFill>
            <a:prstDash val="solid"/>
          </a:ln>
        </p:spPr>
      </p:sp>
      <p:sp>
        <p:nvSpPr>
          <p:cNvPr id="9" name="Shape 7"/>
          <p:cNvSpPr/>
          <p:nvPr/>
        </p:nvSpPr>
        <p:spPr>
          <a:xfrm>
            <a:off x="0" y="2057400"/>
            <a:ext cx="9144000" cy="11887"/>
          </a:xfrm>
          <a:prstGeom prst="rect">
            <a:avLst/>
          </a:prstGeom>
          <a:solidFill>
            <a:srgbClr val="FF2060">
              <a:alpha val="3000"/>
            </a:srgbClr>
          </a:solidFill>
          <a:ln w="12700">
            <a:solidFill>
              <a:srgbClr val="000000"/>
            </a:solidFill>
            <a:prstDash val="solid"/>
          </a:ln>
        </p:spPr>
      </p:sp>
      <p:sp>
        <p:nvSpPr>
          <p:cNvPr id="10" name="Shape 8"/>
          <p:cNvSpPr/>
          <p:nvPr/>
        </p:nvSpPr>
        <p:spPr>
          <a:xfrm>
            <a:off x="0" y="2571750"/>
            <a:ext cx="9144000" cy="11887"/>
          </a:xfrm>
          <a:prstGeom prst="rect">
            <a:avLst/>
          </a:prstGeom>
          <a:solidFill>
            <a:srgbClr val="FF2060">
              <a:alpha val="3000"/>
            </a:srgbClr>
          </a:solidFill>
          <a:ln w="12700">
            <a:solidFill>
              <a:srgbClr val="000000"/>
            </a:solidFill>
            <a:prstDash val="solid"/>
          </a:ln>
        </p:spPr>
      </p:sp>
      <p:sp>
        <p:nvSpPr>
          <p:cNvPr id="11" name="Shape 9"/>
          <p:cNvSpPr/>
          <p:nvPr/>
        </p:nvSpPr>
        <p:spPr>
          <a:xfrm>
            <a:off x="0" y="3086100"/>
            <a:ext cx="9144000" cy="11887"/>
          </a:xfrm>
          <a:prstGeom prst="rect">
            <a:avLst/>
          </a:prstGeom>
          <a:solidFill>
            <a:srgbClr val="FF2060">
              <a:alpha val="3000"/>
            </a:srgbClr>
          </a:solidFill>
          <a:ln w="12700">
            <a:solidFill>
              <a:srgbClr val="000000"/>
            </a:solidFill>
            <a:prstDash val="solid"/>
          </a:ln>
        </p:spPr>
      </p:sp>
      <p:sp>
        <p:nvSpPr>
          <p:cNvPr id="12" name="Shape 10"/>
          <p:cNvSpPr/>
          <p:nvPr/>
        </p:nvSpPr>
        <p:spPr>
          <a:xfrm>
            <a:off x="0" y="3600450"/>
            <a:ext cx="9144000" cy="11887"/>
          </a:xfrm>
          <a:prstGeom prst="rect">
            <a:avLst/>
          </a:prstGeom>
          <a:solidFill>
            <a:srgbClr val="FF2060">
              <a:alpha val="3000"/>
            </a:srgbClr>
          </a:solidFill>
          <a:ln w="12700">
            <a:solidFill>
              <a:srgbClr val="000000"/>
            </a:solidFill>
            <a:prstDash val="solid"/>
          </a:ln>
        </p:spPr>
      </p:sp>
      <p:sp>
        <p:nvSpPr>
          <p:cNvPr id="13" name="Shape 11"/>
          <p:cNvSpPr/>
          <p:nvPr/>
        </p:nvSpPr>
        <p:spPr>
          <a:xfrm>
            <a:off x="0" y="4114800"/>
            <a:ext cx="9144000" cy="11887"/>
          </a:xfrm>
          <a:prstGeom prst="rect">
            <a:avLst/>
          </a:prstGeom>
          <a:solidFill>
            <a:srgbClr val="FF2060">
              <a:alpha val="3000"/>
            </a:srgbClr>
          </a:solidFill>
          <a:ln w="12700">
            <a:solidFill>
              <a:srgbClr val="000000"/>
            </a:solidFill>
            <a:prstDash val="solid"/>
          </a:ln>
        </p:spPr>
      </p:sp>
      <p:sp>
        <p:nvSpPr>
          <p:cNvPr id="14" name="Shape 12"/>
          <p:cNvSpPr/>
          <p:nvPr/>
        </p:nvSpPr>
        <p:spPr>
          <a:xfrm>
            <a:off x="0" y="4629150"/>
            <a:ext cx="9144000" cy="11887"/>
          </a:xfrm>
          <a:prstGeom prst="rect">
            <a:avLst/>
          </a:prstGeom>
          <a:solidFill>
            <a:srgbClr val="FF2060">
              <a:alpha val="3000"/>
            </a:srgbClr>
          </a:solidFill>
          <a:ln w="12700">
            <a:solidFill>
              <a:srgbClr val="000000"/>
            </a:solidFill>
            <a:prstDash val="solid"/>
          </a:ln>
        </p:spPr>
      </p:sp>
      <p:sp>
        <p:nvSpPr>
          <p:cNvPr id="15" name="Text 13"/>
          <p:cNvSpPr/>
          <p:nvPr/>
        </p:nvSpPr>
        <p:spPr>
          <a:xfrm>
            <a:off x="-182880" y="-91440"/>
            <a:ext cx="5303520" cy="2560320"/>
          </a:xfrm>
          <a:prstGeom prst="rect">
            <a:avLst/>
          </a:prstGeom>
          <a:noFill/>
          <a:ln/>
          <a:effectLst>
            <a:outerShdw sx="100000" sy="100000" kx="0" ky="0" algn="bl" rotWithShape="0" blurRad="279400" dist="50800" dir="16200000">
              <a:srgbClr val="FF2060">
                <a:alpha val="40000"/>
              </a:srgbClr>
            </a:outerShdw>
          </a:effectLst>
        </p:spPr>
        <p:txBody>
          <a:bodyPr wrap="square" lIns="0" tIns="0" rIns="0" bIns="0" rtlCol="0" anchor="ctr"/>
          <a:lstStyle/>
          <a:p>
            <a:pPr indent="0" marL="0">
              <a:buNone/>
            </a:pPr>
            <a:r>
              <a:rPr lang="en-US" sz="22000" b="1" dirty="0">
                <a:solidFill>
                  <a:srgbClr val="FF2060">
                    <a:alpha val="92000"/>
                  </a:srgbClr>
                </a:solidFill>
                <a:latin typeface="Calibri" pitchFamily="34" charset="0"/>
                <a:ea typeface="Calibri" pitchFamily="34" charset="-122"/>
                <a:cs typeface="Calibri" pitchFamily="34" charset="-120"/>
              </a:rPr>
              <a:t>70</a:t>
            </a:r>
            <a:endParaRPr lang="en-US" sz="22000" dirty="0"/>
          </a:p>
        </p:txBody>
      </p:sp>
      <p:sp>
        <p:nvSpPr>
          <p:cNvPr id="16" name="Text 14"/>
          <p:cNvSpPr/>
          <p:nvPr/>
        </p:nvSpPr>
        <p:spPr>
          <a:xfrm>
            <a:off x="3474720" y="182880"/>
            <a:ext cx="1645920" cy="1645920"/>
          </a:xfrm>
          <a:prstGeom prst="rect">
            <a:avLst/>
          </a:prstGeom>
          <a:noFill/>
          <a:ln/>
          <a:effectLst>
            <a:outerShdw sx="100000" sy="100000" kx="0" ky="0" algn="bl" rotWithShape="0" blurRad="279400" dist="50800" dir="16200000">
              <a:srgbClr val="FF2060">
                <a:alpha val="30000"/>
              </a:srgbClr>
            </a:outerShdw>
          </a:effectLst>
        </p:spPr>
        <p:txBody>
          <a:bodyPr wrap="square" lIns="0" tIns="0" rIns="0" bIns="0" rtlCol="0" anchor="ctr"/>
          <a:lstStyle/>
          <a:p>
            <a:pPr indent="0" marL="0">
              <a:buNone/>
            </a:pPr>
            <a:r>
              <a:rPr lang="en-US" sz="8000" b="1" dirty="0">
                <a:solidFill>
                  <a:srgbClr val="FF2060"/>
                </a:solidFill>
                <a:latin typeface="Calibri" pitchFamily="34" charset="0"/>
                <a:ea typeface="Calibri" pitchFamily="34" charset="-122"/>
                <a:cs typeface="Calibri" pitchFamily="34" charset="-120"/>
              </a:rPr>
              <a:t>%</a:t>
            </a:r>
            <a:endParaRPr lang="en-US" sz="8000" dirty="0"/>
          </a:p>
        </p:txBody>
      </p:sp>
      <p:sp>
        <p:nvSpPr>
          <p:cNvPr id="17" name="Text 15"/>
          <p:cNvSpPr/>
          <p:nvPr/>
        </p:nvSpPr>
        <p:spPr>
          <a:xfrm>
            <a:off x="4754880" y="164592"/>
            <a:ext cx="4114800" cy="1371600"/>
          </a:xfrm>
          <a:prstGeom prst="rect">
            <a:avLst/>
          </a:prstGeom>
          <a:noFill/>
          <a:ln/>
        </p:spPr>
        <p:txBody>
          <a:bodyPr wrap="square" lIns="0" tIns="0" rIns="0" bIns="0" rtlCol="0" anchor="ctr"/>
          <a:lstStyle/>
          <a:p>
            <a:pPr indent="0" marL="0">
              <a:buNone/>
            </a:pPr>
            <a:r>
              <a:rPr lang="en-US" sz="3200" b="1" dirty="0">
                <a:solidFill>
                  <a:srgbClr val="EEF6FF"/>
                </a:solidFill>
                <a:latin typeface="Calibri" pitchFamily="34" charset="0"/>
                <a:ea typeface="Calibri" pitchFamily="34" charset="-122"/>
                <a:cs typeface="Calibri" pitchFamily="34" charset="-120"/>
              </a:rPr>
              <a:t>of complaints</a:t>
            </a:r>
            <a:endParaRPr lang="en-US" sz="3200" dirty="0"/>
          </a:p>
          <a:p>
            <a:pPr indent="0" marL="0">
              <a:buNone/>
            </a:pPr>
            <a:r>
              <a:rPr lang="en-US" sz="3200" b="1" dirty="0">
                <a:solidFill>
                  <a:srgbClr val="EEF6FF"/>
                </a:solidFill>
                <a:latin typeface="Calibri" pitchFamily="34" charset="0"/>
                <a:ea typeface="Calibri" pitchFamily="34" charset="-122"/>
                <a:cs typeface="Calibri" pitchFamily="34" charset="-120"/>
              </a:rPr>
              <a:t>never resolved</a:t>
            </a:r>
            <a:endParaRPr lang="en-US" sz="3200" dirty="0"/>
          </a:p>
        </p:txBody>
      </p:sp>
      <p:sp>
        <p:nvSpPr>
          <p:cNvPr id="18" name="Shape 16"/>
          <p:cNvSpPr/>
          <p:nvPr/>
        </p:nvSpPr>
        <p:spPr>
          <a:xfrm>
            <a:off x="4754880" y="1572768"/>
            <a:ext cx="3108960" cy="274320"/>
          </a:xfrm>
          <a:prstGeom prst="roundRect">
            <a:avLst>
              <a:gd name="adj" fmla="val 13333"/>
            </a:avLst>
          </a:prstGeom>
          <a:solidFill>
            <a:srgbClr val="FF2060">
              <a:alpha val="18000"/>
            </a:srgbClr>
          </a:solidFill>
          <a:ln w="10160">
            <a:solidFill>
              <a:srgbClr val="FF2060"/>
            </a:solidFill>
            <a:prstDash val="solid"/>
          </a:ln>
        </p:spPr>
      </p:sp>
      <p:sp>
        <p:nvSpPr>
          <p:cNvPr id="19" name="Text 17"/>
          <p:cNvSpPr/>
          <p:nvPr/>
        </p:nvSpPr>
        <p:spPr>
          <a:xfrm>
            <a:off x="4754880" y="1572768"/>
            <a:ext cx="3108960" cy="274320"/>
          </a:xfrm>
          <a:prstGeom prst="rect">
            <a:avLst/>
          </a:prstGeom>
          <a:noFill/>
          <a:ln/>
        </p:spPr>
        <p:txBody>
          <a:bodyPr wrap="square" rtlCol="0" anchor="ctr"/>
          <a:lstStyle/>
          <a:p>
            <a:pPr algn="ctr" indent="0" marL="0">
              <a:buNone/>
            </a:pPr>
            <a:r>
              <a:rPr lang="en-US" sz="950" dirty="0">
                <a:solidFill>
                  <a:srgbClr val="FF2060"/>
                </a:solidFill>
                <a:latin typeface="Consolas" pitchFamily="34" charset="0"/>
                <a:ea typeface="Consolas" pitchFamily="34" charset="-122"/>
                <a:cs typeface="Consolas" pitchFamily="34" charset="-120"/>
              </a:rPr>
              <a:t>50M+ complaints / year · India</a:t>
            </a:r>
            <a:endParaRPr lang="en-US" sz="950" dirty="0"/>
          </a:p>
        </p:txBody>
      </p:sp>
      <p:sp>
        <p:nvSpPr>
          <p:cNvPr id="20" name="Shape 18"/>
          <p:cNvSpPr/>
          <p:nvPr/>
        </p:nvSpPr>
        <p:spPr>
          <a:xfrm>
            <a:off x="274320" y="1965960"/>
            <a:ext cx="8595360" cy="36576"/>
          </a:xfrm>
          <a:prstGeom prst="rect">
            <a:avLst/>
          </a:prstGeom>
          <a:solidFill>
            <a:srgbClr val="FF2060">
              <a:alpha val="45000"/>
            </a:srgbClr>
          </a:solidFill>
          <a:ln w="12700">
            <a:solidFill>
              <a:srgbClr val="000000"/>
            </a:solidFill>
            <a:prstDash val="solid"/>
          </a:ln>
        </p:spPr>
      </p:sp>
      <p:sp>
        <p:nvSpPr>
          <p:cNvPr id="21" name="Shape 19"/>
          <p:cNvSpPr/>
          <p:nvPr/>
        </p:nvSpPr>
        <p:spPr>
          <a:xfrm>
            <a:off x="274320" y="2066544"/>
            <a:ext cx="2834640" cy="1298448"/>
          </a:xfrm>
          <a:prstGeom prst="roundRect">
            <a:avLst>
              <a:gd name="adj" fmla="val 4930"/>
            </a:avLst>
          </a:prstGeom>
          <a:solidFill>
            <a:srgbClr val="112030"/>
          </a:solidFill>
          <a:ln w="13970">
            <a:solidFill>
              <a:srgbClr val="FF2060"/>
            </a:solidFill>
            <a:prstDash val="solid"/>
          </a:ln>
          <a:effectLst>
            <a:outerShdw sx="100000" sy="100000" kx="0" ky="0" algn="bl" rotWithShape="0" blurRad="279400" dist="50800" dir="16200000">
              <a:srgbClr val="FF2060">
                <a:alpha val="20000"/>
              </a:srgbClr>
            </a:outerShdw>
          </a:effectLst>
        </p:spPr>
      </p:sp>
      <p:sp>
        <p:nvSpPr>
          <p:cNvPr id="22" name="Shape 20"/>
          <p:cNvSpPr/>
          <p:nvPr/>
        </p:nvSpPr>
        <p:spPr>
          <a:xfrm>
            <a:off x="274320" y="2066544"/>
            <a:ext cx="2834640" cy="36576"/>
          </a:xfrm>
          <a:prstGeom prst="roundRect">
            <a:avLst>
              <a:gd name="adj" fmla="val 175000"/>
            </a:avLst>
          </a:prstGeom>
          <a:solidFill>
            <a:srgbClr val="FF2060"/>
          </a:solidFill>
          <a:ln w="12700">
            <a:solidFill>
              <a:srgbClr val="000000"/>
            </a:solidFill>
            <a:prstDash val="solid"/>
          </a:ln>
        </p:spPr>
      </p:sp>
      <p:sp>
        <p:nvSpPr>
          <p:cNvPr id="23" name="Text 21"/>
          <p:cNvSpPr/>
          <p:nvPr/>
        </p:nvSpPr>
        <p:spPr>
          <a:xfrm>
            <a:off x="2377440" y="2121408"/>
            <a:ext cx="658368" cy="475488"/>
          </a:xfrm>
          <a:prstGeom prst="rect">
            <a:avLst/>
          </a:prstGeom>
          <a:noFill/>
          <a:ln/>
        </p:spPr>
        <p:txBody>
          <a:bodyPr wrap="square" lIns="0" tIns="0" rIns="0" bIns="0" rtlCol="0" anchor="ctr"/>
          <a:lstStyle/>
          <a:p>
            <a:pPr indent="0" marL="0">
              <a:buNone/>
            </a:pPr>
            <a:r>
              <a:rPr lang="en-US" sz="3000" b="1" dirty="0">
                <a:solidFill>
                  <a:srgbClr val="FF2060">
                    <a:alpha val="25000"/>
                  </a:srgbClr>
                </a:solidFill>
                <a:latin typeface="Consolas" pitchFamily="34" charset="0"/>
                <a:ea typeface="Consolas" pitchFamily="34" charset="-122"/>
                <a:cs typeface="Consolas" pitchFamily="34" charset="-120"/>
              </a:rPr>
              <a:t>01</a:t>
            </a:r>
            <a:endParaRPr lang="en-US" sz="3000" dirty="0"/>
          </a:p>
        </p:txBody>
      </p:sp>
      <p:sp>
        <p:nvSpPr>
          <p:cNvPr id="24" name="Text 22"/>
          <p:cNvSpPr/>
          <p:nvPr/>
        </p:nvSpPr>
        <p:spPr>
          <a:xfrm>
            <a:off x="365760" y="2157984"/>
            <a:ext cx="438912" cy="384048"/>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25" name="Text 23"/>
          <p:cNvSpPr/>
          <p:nvPr/>
        </p:nvSpPr>
        <p:spPr>
          <a:xfrm>
            <a:off x="841248" y="2157984"/>
            <a:ext cx="2084832" cy="347472"/>
          </a:xfrm>
          <a:prstGeom prst="rect">
            <a:avLst/>
          </a:prstGeom>
          <a:noFill/>
          <a:ln/>
        </p:spPr>
        <p:txBody>
          <a:bodyPr wrap="square" lIns="0" tIns="0" rIns="0" bIns="0" rtlCol="0" anchor="ctr"/>
          <a:lstStyle/>
          <a:p>
            <a:pPr indent="0" marL="0">
              <a:buNone/>
            </a:pPr>
            <a:r>
              <a:rPr lang="en-US" sz="1100" b="1" dirty="0">
                <a:solidFill>
                  <a:srgbClr val="FF2060"/>
                </a:solidFill>
                <a:latin typeface="Calibri" pitchFamily="34" charset="0"/>
                <a:ea typeface="Calibri" pitchFamily="34" charset="-122"/>
                <a:cs typeface="Calibri" pitchFamily="34" charset="-120"/>
              </a:rPr>
              <a:t>Manual Classification</a:t>
            </a:r>
            <a:endParaRPr lang="en-US" sz="1100" dirty="0"/>
          </a:p>
        </p:txBody>
      </p:sp>
      <p:sp>
        <p:nvSpPr>
          <p:cNvPr id="26" name="Text 24"/>
          <p:cNvSpPr/>
          <p:nvPr/>
        </p:nvSpPr>
        <p:spPr>
          <a:xfrm>
            <a:off x="365760" y="2633472"/>
            <a:ext cx="2651760" cy="640080"/>
          </a:xfrm>
          <a:prstGeom prst="rect">
            <a:avLst/>
          </a:prstGeom>
          <a:noFill/>
          <a:ln/>
        </p:spPr>
        <p:txBody>
          <a:bodyPr wrap="square" lIns="0" tIns="0" rIns="0" bIns="0" rtlCol="0" anchor="ctr"/>
          <a:lstStyle/>
          <a:p>
            <a:pPr indent="0" marL="0">
              <a:buNone/>
            </a:pPr>
            <a:r>
              <a:rPr lang="en-US" sz="950" dirty="0">
                <a:solidFill>
                  <a:srgbClr val="3D6080"/>
                </a:solidFill>
                <a:latin typeface="Calibri" pitchFamily="34" charset="0"/>
                <a:ea typeface="Calibri" pitchFamily="34" charset="-122"/>
                <a:cs typeface="Calibri" pitchFamily="34" charset="-120"/>
              </a:rPr>
              <a:t>Weeks delay. No AI scoring.</a:t>
            </a:r>
            <a:endParaRPr lang="en-US" sz="950" dirty="0"/>
          </a:p>
        </p:txBody>
      </p:sp>
      <p:sp>
        <p:nvSpPr>
          <p:cNvPr id="27" name="Shape 25"/>
          <p:cNvSpPr/>
          <p:nvPr/>
        </p:nvSpPr>
        <p:spPr>
          <a:xfrm>
            <a:off x="3227832" y="2066544"/>
            <a:ext cx="2834640" cy="1298448"/>
          </a:xfrm>
          <a:prstGeom prst="roundRect">
            <a:avLst>
              <a:gd name="adj" fmla="val 4930"/>
            </a:avLst>
          </a:prstGeom>
          <a:solidFill>
            <a:srgbClr val="112030"/>
          </a:solidFill>
          <a:ln w="13970">
            <a:solidFill>
              <a:srgbClr val="FF7020"/>
            </a:solidFill>
            <a:prstDash val="solid"/>
          </a:ln>
          <a:effectLst>
            <a:outerShdw sx="100000" sy="100000" kx="0" ky="0" algn="bl" rotWithShape="0" blurRad="279400" dist="50800" dir="16200000">
              <a:srgbClr val="FF7020">
                <a:alpha val="20000"/>
              </a:srgbClr>
            </a:outerShdw>
          </a:effectLst>
        </p:spPr>
      </p:sp>
      <p:sp>
        <p:nvSpPr>
          <p:cNvPr id="28" name="Shape 26"/>
          <p:cNvSpPr/>
          <p:nvPr/>
        </p:nvSpPr>
        <p:spPr>
          <a:xfrm>
            <a:off x="3227832" y="2066544"/>
            <a:ext cx="2834640" cy="36576"/>
          </a:xfrm>
          <a:prstGeom prst="roundRect">
            <a:avLst>
              <a:gd name="adj" fmla="val 175000"/>
            </a:avLst>
          </a:prstGeom>
          <a:solidFill>
            <a:srgbClr val="FF7020"/>
          </a:solidFill>
          <a:ln w="12700">
            <a:solidFill>
              <a:srgbClr val="000000"/>
            </a:solidFill>
            <a:prstDash val="solid"/>
          </a:ln>
        </p:spPr>
      </p:sp>
      <p:sp>
        <p:nvSpPr>
          <p:cNvPr id="29" name="Text 27"/>
          <p:cNvSpPr/>
          <p:nvPr/>
        </p:nvSpPr>
        <p:spPr>
          <a:xfrm>
            <a:off x="5330952" y="2121408"/>
            <a:ext cx="658368" cy="475488"/>
          </a:xfrm>
          <a:prstGeom prst="rect">
            <a:avLst/>
          </a:prstGeom>
          <a:noFill/>
          <a:ln/>
        </p:spPr>
        <p:txBody>
          <a:bodyPr wrap="square" lIns="0" tIns="0" rIns="0" bIns="0" rtlCol="0" anchor="ctr"/>
          <a:lstStyle/>
          <a:p>
            <a:pPr indent="0" marL="0">
              <a:buNone/>
            </a:pPr>
            <a:r>
              <a:rPr lang="en-US" sz="3000" b="1" dirty="0">
                <a:solidFill>
                  <a:srgbClr val="FF7020">
                    <a:alpha val="25000"/>
                  </a:srgbClr>
                </a:solidFill>
                <a:latin typeface="Consolas" pitchFamily="34" charset="0"/>
                <a:ea typeface="Consolas" pitchFamily="34" charset="-122"/>
                <a:cs typeface="Consolas" pitchFamily="34" charset="-120"/>
              </a:rPr>
              <a:t>02</a:t>
            </a:r>
            <a:endParaRPr lang="en-US" sz="3000" dirty="0"/>
          </a:p>
        </p:txBody>
      </p:sp>
      <p:sp>
        <p:nvSpPr>
          <p:cNvPr id="30" name="Text 28"/>
          <p:cNvSpPr/>
          <p:nvPr/>
        </p:nvSpPr>
        <p:spPr>
          <a:xfrm>
            <a:off x="3319272" y="2157984"/>
            <a:ext cx="438912" cy="384048"/>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31" name="Text 29"/>
          <p:cNvSpPr/>
          <p:nvPr/>
        </p:nvSpPr>
        <p:spPr>
          <a:xfrm>
            <a:off x="3794760" y="2157984"/>
            <a:ext cx="2084832" cy="347472"/>
          </a:xfrm>
          <a:prstGeom prst="rect">
            <a:avLst/>
          </a:prstGeom>
          <a:noFill/>
          <a:ln/>
        </p:spPr>
        <p:txBody>
          <a:bodyPr wrap="square" lIns="0" tIns="0" rIns="0" bIns="0" rtlCol="0" anchor="ctr"/>
          <a:lstStyle/>
          <a:p>
            <a:pPr indent="0" marL="0">
              <a:buNone/>
            </a:pPr>
            <a:r>
              <a:rPr lang="en-US" sz="1100" b="1" dirty="0">
                <a:solidFill>
                  <a:srgbClr val="FF7020"/>
                </a:solidFill>
                <a:latin typeface="Calibri" pitchFamily="34" charset="0"/>
                <a:ea typeface="Calibri" pitchFamily="34" charset="-122"/>
                <a:cs typeface="Calibri" pitchFamily="34" charset="-120"/>
              </a:rPr>
              <a:t>Zero Corruption Detection</a:t>
            </a:r>
            <a:endParaRPr lang="en-US" sz="1100" dirty="0"/>
          </a:p>
        </p:txBody>
      </p:sp>
      <p:sp>
        <p:nvSpPr>
          <p:cNvPr id="32" name="Text 30"/>
          <p:cNvSpPr/>
          <p:nvPr/>
        </p:nvSpPr>
        <p:spPr>
          <a:xfrm>
            <a:off x="3319272" y="2633472"/>
            <a:ext cx="2651760" cy="640080"/>
          </a:xfrm>
          <a:prstGeom prst="rect">
            <a:avLst/>
          </a:prstGeom>
          <a:noFill/>
          <a:ln/>
        </p:spPr>
        <p:txBody>
          <a:bodyPr wrap="square" lIns="0" tIns="0" rIns="0" bIns="0" rtlCol="0" anchor="ctr"/>
          <a:lstStyle/>
          <a:p>
            <a:pPr indent="0" marL="0">
              <a:buNone/>
            </a:pPr>
            <a:r>
              <a:rPr lang="en-US" sz="950" dirty="0">
                <a:solidFill>
                  <a:srgbClr val="3D6080"/>
                </a:solidFill>
                <a:latin typeface="Calibri" pitchFamily="34" charset="0"/>
                <a:ea typeface="Calibri" pitchFamily="34" charset="-122"/>
                <a:cs typeface="Calibri" pitchFamily="34" charset="-120"/>
              </a:rPr>
              <a:t>Bribery goes unreported.</a:t>
            </a:r>
            <a:endParaRPr lang="en-US" sz="950" dirty="0"/>
          </a:p>
        </p:txBody>
      </p:sp>
      <p:sp>
        <p:nvSpPr>
          <p:cNvPr id="33" name="Shape 31"/>
          <p:cNvSpPr/>
          <p:nvPr/>
        </p:nvSpPr>
        <p:spPr>
          <a:xfrm>
            <a:off x="6181344" y="2066544"/>
            <a:ext cx="2834640" cy="1298448"/>
          </a:xfrm>
          <a:prstGeom prst="roundRect">
            <a:avLst>
              <a:gd name="adj" fmla="val 4930"/>
            </a:avLst>
          </a:prstGeom>
          <a:solidFill>
            <a:srgbClr val="112030"/>
          </a:solidFill>
          <a:ln w="13970">
            <a:solidFill>
              <a:srgbClr val="B040FF"/>
            </a:solidFill>
            <a:prstDash val="solid"/>
          </a:ln>
          <a:effectLst>
            <a:outerShdw sx="100000" sy="100000" kx="0" ky="0" algn="bl" rotWithShape="0" blurRad="279400" dist="50800" dir="16200000">
              <a:srgbClr val="B040FF">
                <a:alpha val="20000"/>
              </a:srgbClr>
            </a:outerShdw>
          </a:effectLst>
        </p:spPr>
      </p:sp>
      <p:sp>
        <p:nvSpPr>
          <p:cNvPr id="34" name="Shape 32"/>
          <p:cNvSpPr/>
          <p:nvPr/>
        </p:nvSpPr>
        <p:spPr>
          <a:xfrm>
            <a:off x="6181344" y="2066544"/>
            <a:ext cx="2834640" cy="36576"/>
          </a:xfrm>
          <a:prstGeom prst="roundRect">
            <a:avLst>
              <a:gd name="adj" fmla="val 175000"/>
            </a:avLst>
          </a:prstGeom>
          <a:solidFill>
            <a:srgbClr val="B040FF"/>
          </a:solidFill>
          <a:ln w="12700">
            <a:solidFill>
              <a:srgbClr val="000000"/>
            </a:solidFill>
            <a:prstDash val="solid"/>
          </a:ln>
        </p:spPr>
      </p:sp>
      <p:sp>
        <p:nvSpPr>
          <p:cNvPr id="35" name="Text 33"/>
          <p:cNvSpPr/>
          <p:nvPr/>
        </p:nvSpPr>
        <p:spPr>
          <a:xfrm>
            <a:off x="8284464" y="2121408"/>
            <a:ext cx="658368" cy="475488"/>
          </a:xfrm>
          <a:prstGeom prst="rect">
            <a:avLst/>
          </a:prstGeom>
          <a:noFill/>
          <a:ln/>
        </p:spPr>
        <p:txBody>
          <a:bodyPr wrap="square" lIns="0" tIns="0" rIns="0" bIns="0" rtlCol="0" anchor="ctr"/>
          <a:lstStyle/>
          <a:p>
            <a:pPr indent="0" marL="0">
              <a:buNone/>
            </a:pPr>
            <a:r>
              <a:rPr lang="en-US" sz="3000" b="1" dirty="0">
                <a:solidFill>
                  <a:srgbClr val="B040FF">
                    <a:alpha val="25000"/>
                  </a:srgbClr>
                </a:solidFill>
                <a:latin typeface="Consolas" pitchFamily="34" charset="0"/>
                <a:ea typeface="Consolas" pitchFamily="34" charset="-122"/>
                <a:cs typeface="Consolas" pitchFamily="34" charset="-120"/>
              </a:rPr>
              <a:t>03</a:t>
            </a:r>
            <a:endParaRPr lang="en-US" sz="3000" dirty="0"/>
          </a:p>
        </p:txBody>
      </p:sp>
      <p:sp>
        <p:nvSpPr>
          <p:cNvPr id="36" name="Text 34"/>
          <p:cNvSpPr/>
          <p:nvPr/>
        </p:nvSpPr>
        <p:spPr>
          <a:xfrm>
            <a:off x="6272784" y="2157984"/>
            <a:ext cx="438912" cy="384048"/>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37" name="Text 35"/>
          <p:cNvSpPr/>
          <p:nvPr/>
        </p:nvSpPr>
        <p:spPr>
          <a:xfrm>
            <a:off x="6748272" y="2157984"/>
            <a:ext cx="2084832" cy="347472"/>
          </a:xfrm>
          <a:prstGeom prst="rect">
            <a:avLst/>
          </a:prstGeom>
          <a:noFill/>
          <a:ln/>
        </p:spPr>
        <p:txBody>
          <a:bodyPr wrap="square" lIns="0" tIns="0" rIns="0" bIns="0" rtlCol="0" anchor="ctr"/>
          <a:lstStyle/>
          <a:p>
            <a:pPr indent="0" marL="0">
              <a:buNone/>
            </a:pPr>
            <a:r>
              <a:rPr lang="en-US" sz="1100" b="1" dirty="0">
                <a:solidFill>
                  <a:srgbClr val="B040FF"/>
                </a:solidFill>
                <a:latin typeface="Calibri" pitchFamily="34" charset="0"/>
                <a:ea typeface="Calibri" pitchFamily="34" charset="-122"/>
                <a:cs typeface="Calibri" pitchFamily="34" charset="-120"/>
              </a:rPr>
              <a:t>No Blockchain Audit</a:t>
            </a:r>
            <a:endParaRPr lang="en-US" sz="1100" dirty="0"/>
          </a:p>
        </p:txBody>
      </p:sp>
      <p:sp>
        <p:nvSpPr>
          <p:cNvPr id="38" name="Text 36"/>
          <p:cNvSpPr/>
          <p:nvPr/>
        </p:nvSpPr>
        <p:spPr>
          <a:xfrm>
            <a:off x="6272784" y="2633472"/>
            <a:ext cx="2651760" cy="640080"/>
          </a:xfrm>
          <a:prstGeom prst="rect">
            <a:avLst/>
          </a:prstGeom>
          <a:noFill/>
          <a:ln/>
        </p:spPr>
        <p:txBody>
          <a:bodyPr wrap="square" lIns="0" tIns="0" rIns="0" bIns="0" rtlCol="0" anchor="ctr"/>
          <a:lstStyle/>
          <a:p>
            <a:pPr indent="0" marL="0">
              <a:buNone/>
            </a:pPr>
            <a:r>
              <a:rPr lang="en-US" sz="950" dirty="0">
                <a:solidFill>
                  <a:srgbClr val="3D6080"/>
                </a:solidFill>
                <a:latin typeface="Calibri" pitchFamily="34" charset="0"/>
                <a:ea typeface="Calibri" pitchFamily="34" charset="-122"/>
                <a:cs typeface="Calibri" pitchFamily="34" charset="-120"/>
              </a:rPr>
              <a:t>Officers delete records freely.</a:t>
            </a:r>
            <a:endParaRPr lang="en-US" sz="950" dirty="0"/>
          </a:p>
        </p:txBody>
      </p:sp>
      <p:sp>
        <p:nvSpPr>
          <p:cNvPr id="39" name="Shape 37"/>
          <p:cNvSpPr/>
          <p:nvPr/>
        </p:nvSpPr>
        <p:spPr>
          <a:xfrm>
            <a:off x="274320" y="3511296"/>
            <a:ext cx="2834640" cy="1298448"/>
          </a:xfrm>
          <a:prstGeom prst="roundRect">
            <a:avLst>
              <a:gd name="adj" fmla="val 4930"/>
            </a:avLst>
          </a:prstGeom>
          <a:solidFill>
            <a:srgbClr val="112030"/>
          </a:solidFill>
          <a:ln w="13970">
            <a:solidFill>
              <a:srgbClr val="FFCC00"/>
            </a:solidFill>
            <a:prstDash val="solid"/>
          </a:ln>
          <a:effectLst>
            <a:outerShdw sx="100000" sy="100000" kx="0" ky="0" algn="bl" rotWithShape="0" blurRad="279400" dist="50800" dir="16200000">
              <a:srgbClr val="FFCC00">
                <a:alpha val="20000"/>
              </a:srgbClr>
            </a:outerShdw>
          </a:effectLst>
        </p:spPr>
      </p:sp>
      <p:sp>
        <p:nvSpPr>
          <p:cNvPr id="40" name="Shape 38"/>
          <p:cNvSpPr/>
          <p:nvPr/>
        </p:nvSpPr>
        <p:spPr>
          <a:xfrm>
            <a:off x="274320" y="3511296"/>
            <a:ext cx="2834640" cy="36576"/>
          </a:xfrm>
          <a:prstGeom prst="roundRect">
            <a:avLst>
              <a:gd name="adj" fmla="val 175000"/>
            </a:avLst>
          </a:prstGeom>
          <a:solidFill>
            <a:srgbClr val="FFCC00"/>
          </a:solidFill>
          <a:ln w="12700">
            <a:solidFill>
              <a:srgbClr val="000000"/>
            </a:solidFill>
            <a:prstDash val="solid"/>
          </a:ln>
        </p:spPr>
      </p:sp>
      <p:sp>
        <p:nvSpPr>
          <p:cNvPr id="41" name="Text 39"/>
          <p:cNvSpPr/>
          <p:nvPr/>
        </p:nvSpPr>
        <p:spPr>
          <a:xfrm>
            <a:off x="2377440" y="3566160"/>
            <a:ext cx="658368" cy="475488"/>
          </a:xfrm>
          <a:prstGeom prst="rect">
            <a:avLst/>
          </a:prstGeom>
          <a:noFill/>
          <a:ln/>
        </p:spPr>
        <p:txBody>
          <a:bodyPr wrap="square" lIns="0" tIns="0" rIns="0" bIns="0" rtlCol="0" anchor="ctr"/>
          <a:lstStyle/>
          <a:p>
            <a:pPr indent="0" marL="0">
              <a:buNone/>
            </a:pPr>
            <a:r>
              <a:rPr lang="en-US" sz="3000" b="1" dirty="0">
                <a:solidFill>
                  <a:srgbClr val="FFCC00">
                    <a:alpha val="25000"/>
                  </a:srgbClr>
                </a:solidFill>
                <a:latin typeface="Consolas" pitchFamily="34" charset="0"/>
                <a:ea typeface="Consolas" pitchFamily="34" charset="-122"/>
                <a:cs typeface="Consolas" pitchFamily="34" charset="-120"/>
              </a:rPr>
              <a:t>04</a:t>
            </a:r>
            <a:endParaRPr lang="en-US" sz="3000" dirty="0"/>
          </a:p>
        </p:txBody>
      </p:sp>
      <p:sp>
        <p:nvSpPr>
          <p:cNvPr id="42" name="Text 40"/>
          <p:cNvSpPr/>
          <p:nvPr/>
        </p:nvSpPr>
        <p:spPr>
          <a:xfrm>
            <a:off x="365760" y="3602736"/>
            <a:ext cx="438912" cy="384048"/>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43" name="Text 41"/>
          <p:cNvSpPr/>
          <p:nvPr/>
        </p:nvSpPr>
        <p:spPr>
          <a:xfrm>
            <a:off x="841248" y="3602736"/>
            <a:ext cx="2084832" cy="347472"/>
          </a:xfrm>
          <a:prstGeom prst="rect">
            <a:avLst/>
          </a:prstGeom>
          <a:noFill/>
          <a:ln/>
        </p:spPr>
        <p:txBody>
          <a:bodyPr wrap="square" lIns="0" tIns="0" rIns="0" bIns="0" rtlCol="0" anchor="ctr"/>
          <a:lstStyle/>
          <a:p>
            <a:pPr indent="0" marL="0">
              <a:buNone/>
            </a:pPr>
            <a:r>
              <a:rPr lang="en-US" sz="1100" b="1" dirty="0">
                <a:solidFill>
                  <a:srgbClr val="FFCC00"/>
                </a:solidFill>
                <a:latin typeface="Calibri" pitchFamily="34" charset="0"/>
                <a:ea typeface="Calibri" pitchFamily="34" charset="-122"/>
                <a:cs typeface="Calibri" pitchFamily="34" charset="-120"/>
              </a:rPr>
              <a:t>No Auto-Escalation</a:t>
            </a:r>
            <a:endParaRPr lang="en-US" sz="1100" dirty="0"/>
          </a:p>
        </p:txBody>
      </p:sp>
      <p:sp>
        <p:nvSpPr>
          <p:cNvPr id="44" name="Text 42"/>
          <p:cNvSpPr/>
          <p:nvPr/>
        </p:nvSpPr>
        <p:spPr>
          <a:xfrm>
            <a:off x="365760" y="4078224"/>
            <a:ext cx="2651760" cy="640080"/>
          </a:xfrm>
          <a:prstGeom prst="rect">
            <a:avLst/>
          </a:prstGeom>
          <a:noFill/>
          <a:ln/>
        </p:spPr>
        <p:txBody>
          <a:bodyPr wrap="square" lIns="0" tIns="0" rIns="0" bIns="0" rtlCol="0" anchor="ctr"/>
          <a:lstStyle/>
          <a:p>
            <a:pPr indent="0" marL="0">
              <a:buNone/>
            </a:pPr>
            <a:r>
              <a:rPr lang="en-US" sz="950" dirty="0">
                <a:solidFill>
                  <a:srgbClr val="3D6080"/>
                </a:solidFill>
                <a:latin typeface="Calibri" pitchFamily="34" charset="0"/>
                <a:ea typeface="Calibri" pitchFamily="34" charset="-122"/>
                <a:cs typeface="Calibri" pitchFamily="34" charset="-120"/>
              </a:rPr>
              <a:t>SLA ignored. No assignment.</a:t>
            </a:r>
            <a:endParaRPr lang="en-US" sz="950" dirty="0"/>
          </a:p>
        </p:txBody>
      </p:sp>
      <p:sp>
        <p:nvSpPr>
          <p:cNvPr id="45" name="Shape 43"/>
          <p:cNvSpPr/>
          <p:nvPr/>
        </p:nvSpPr>
        <p:spPr>
          <a:xfrm>
            <a:off x="3227832" y="3511296"/>
            <a:ext cx="2834640" cy="1298448"/>
          </a:xfrm>
          <a:prstGeom prst="roundRect">
            <a:avLst>
              <a:gd name="adj" fmla="val 4930"/>
            </a:avLst>
          </a:prstGeom>
          <a:solidFill>
            <a:srgbClr val="112030"/>
          </a:solidFill>
          <a:ln w="13970">
            <a:solidFill>
              <a:srgbClr val="3D8EFF"/>
            </a:solidFill>
            <a:prstDash val="solid"/>
          </a:ln>
          <a:effectLst>
            <a:outerShdw sx="100000" sy="100000" kx="0" ky="0" algn="bl" rotWithShape="0" blurRad="279400" dist="50800" dir="16200000">
              <a:srgbClr val="3D8EFF">
                <a:alpha val="20000"/>
              </a:srgbClr>
            </a:outerShdw>
          </a:effectLst>
        </p:spPr>
      </p:sp>
      <p:sp>
        <p:nvSpPr>
          <p:cNvPr id="46" name="Shape 44"/>
          <p:cNvSpPr/>
          <p:nvPr/>
        </p:nvSpPr>
        <p:spPr>
          <a:xfrm>
            <a:off x="3227832" y="3511296"/>
            <a:ext cx="2834640" cy="36576"/>
          </a:xfrm>
          <a:prstGeom prst="roundRect">
            <a:avLst>
              <a:gd name="adj" fmla="val 175000"/>
            </a:avLst>
          </a:prstGeom>
          <a:solidFill>
            <a:srgbClr val="3D8EFF"/>
          </a:solidFill>
          <a:ln w="12700">
            <a:solidFill>
              <a:srgbClr val="000000"/>
            </a:solidFill>
            <a:prstDash val="solid"/>
          </a:ln>
        </p:spPr>
      </p:sp>
      <p:sp>
        <p:nvSpPr>
          <p:cNvPr id="47" name="Text 45"/>
          <p:cNvSpPr/>
          <p:nvPr/>
        </p:nvSpPr>
        <p:spPr>
          <a:xfrm>
            <a:off x="5330952" y="3566160"/>
            <a:ext cx="658368" cy="475488"/>
          </a:xfrm>
          <a:prstGeom prst="rect">
            <a:avLst/>
          </a:prstGeom>
          <a:noFill/>
          <a:ln/>
        </p:spPr>
        <p:txBody>
          <a:bodyPr wrap="square" lIns="0" tIns="0" rIns="0" bIns="0" rtlCol="0" anchor="ctr"/>
          <a:lstStyle/>
          <a:p>
            <a:pPr indent="0" marL="0">
              <a:buNone/>
            </a:pPr>
            <a:r>
              <a:rPr lang="en-US" sz="3000" b="1" dirty="0">
                <a:solidFill>
                  <a:srgbClr val="3D8EFF">
                    <a:alpha val="25000"/>
                  </a:srgbClr>
                </a:solidFill>
                <a:latin typeface="Consolas" pitchFamily="34" charset="0"/>
                <a:ea typeface="Consolas" pitchFamily="34" charset="-122"/>
                <a:cs typeface="Consolas" pitchFamily="34" charset="-120"/>
              </a:rPr>
              <a:t>05</a:t>
            </a:r>
            <a:endParaRPr lang="en-US" sz="3000" dirty="0"/>
          </a:p>
        </p:txBody>
      </p:sp>
      <p:sp>
        <p:nvSpPr>
          <p:cNvPr id="48" name="Text 46"/>
          <p:cNvSpPr/>
          <p:nvPr/>
        </p:nvSpPr>
        <p:spPr>
          <a:xfrm>
            <a:off x="3319272" y="3602736"/>
            <a:ext cx="438912" cy="384048"/>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49" name="Text 47"/>
          <p:cNvSpPr/>
          <p:nvPr/>
        </p:nvSpPr>
        <p:spPr>
          <a:xfrm>
            <a:off x="3794760" y="3602736"/>
            <a:ext cx="2084832" cy="347472"/>
          </a:xfrm>
          <a:prstGeom prst="rect">
            <a:avLst/>
          </a:prstGeom>
          <a:noFill/>
          <a:ln/>
        </p:spPr>
        <p:txBody>
          <a:bodyPr wrap="square" lIns="0" tIns="0" rIns="0" bIns="0" rtlCol="0" anchor="ctr"/>
          <a:lstStyle/>
          <a:p>
            <a:pPr indent="0" marL="0">
              <a:buNone/>
            </a:pPr>
            <a:r>
              <a:rPr lang="en-US" sz="1100" b="1" dirty="0">
                <a:solidFill>
                  <a:srgbClr val="3D8EFF"/>
                </a:solidFill>
                <a:latin typeface="Calibri" pitchFamily="34" charset="0"/>
                <a:ea typeface="Calibri" pitchFamily="34" charset="-122"/>
                <a:cs typeface="Calibri" pitchFamily="34" charset="-120"/>
              </a:rPr>
              <a:t>Citizens Left in Dark</a:t>
            </a:r>
            <a:endParaRPr lang="en-US" sz="1100" dirty="0"/>
          </a:p>
        </p:txBody>
      </p:sp>
      <p:sp>
        <p:nvSpPr>
          <p:cNvPr id="50" name="Text 48"/>
          <p:cNvSpPr/>
          <p:nvPr/>
        </p:nvSpPr>
        <p:spPr>
          <a:xfrm>
            <a:off x="3319272" y="4078224"/>
            <a:ext cx="2651760" cy="640080"/>
          </a:xfrm>
          <a:prstGeom prst="rect">
            <a:avLst/>
          </a:prstGeom>
          <a:noFill/>
          <a:ln/>
        </p:spPr>
        <p:txBody>
          <a:bodyPr wrap="square" lIns="0" tIns="0" rIns="0" bIns="0" rtlCol="0" anchor="ctr"/>
          <a:lstStyle/>
          <a:p>
            <a:pPr indent="0" marL="0">
              <a:buNone/>
            </a:pPr>
            <a:r>
              <a:rPr lang="en-US" sz="950" dirty="0">
                <a:solidFill>
                  <a:srgbClr val="3D6080"/>
                </a:solidFill>
                <a:latin typeface="Calibri" pitchFamily="34" charset="0"/>
                <a:ea typeface="Calibri" pitchFamily="34" charset="-122"/>
                <a:cs typeface="Calibri" pitchFamily="34" charset="-120"/>
              </a:rPr>
              <a:t>No updates. No WhatsApp.</a:t>
            </a:r>
            <a:endParaRPr lang="en-US" sz="950" dirty="0"/>
          </a:p>
        </p:txBody>
      </p:sp>
      <p:sp>
        <p:nvSpPr>
          <p:cNvPr id="51" name="Shape 49"/>
          <p:cNvSpPr/>
          <p:nvPr/>
        </p:nvSpPr>
        <p:spPr>
          <a:xfrm>
            <a:off x="6181344" y="3511296"/>
            <a:ext cx="2834640" cy="1298448"/>
          </a:xfrm>
          <a:prstGeom prst="roundRect">
            <a:avLst>
              <a:gd name="adj" fmla="val 4930"/>
            </a:avLst>
          </a:prstGeom>
          <a:solidFill>
            <a:srgbClr val="112030"/>
          </a:solidFill>
          <a:ln w="13970">
            <a:solidFill>
              <a:srgbClr val="FF2060"/>
            </a:solidFill>
            <a:prstDash val="solid"/>
          </a:ln>
          <a:effectLst>
            <a:outerShdw sx="100000" sy="100000" kx="0" ky="0" algn="bl" rotWithShape="0" blurRad="279400" dist="50800" dir="16200000">
              <a:srgbClr val="FF2060">
                <a:alpha val="20000"/>
              </a:srgbClr>
            </a:outerShdw>
          </a:effectLst>
        </p:spPr>
      </p:sp>
      <p:sp>
        <p:nvSpPr>
          <p:cNvPr id="52" name="Shape 50"/>
          <p:cNvSpPr/>
          <p:nvPr/>
        </p:nvSpPr>
        <p:spPr>
          <a:xfrm>
            <a:off x="6181344" y="3511296"/>
            <a:ext cx="2834640" cy="36576"/>
          </a:xfrm>
          <a:prstGeom prst="roundRect">
            <a:avLst>
              <a:gd name="adj" fmla="val 175000"/>
            </a:avLst>
          </a:prstGeom>
          <a:solidFill>
            <a:srgbClr val="FF2060"/>
          </a:solidFill>
          <a:ln w="12700">
            <a:solidFill>
              <a:srgbClr val="000000"/>
            </a:solidFill>
            <a:prstDash val="solid"/>
          </a:ln>
        </p:spPr>
      </p:sp>
      <p:sp>
        <p:nvSpPr>
          <p:cNvPr id="53" name="Text 51"/>
          <p:cNvSpPr/>
          <p:nvPr/>
        </p:nvSpPr>
        <p:spPr>
          <a:xfrm>
            <a:off x="8284464" y="3566160"/>
            <a:ext cx="658368" cy="475488"/>
          </a:xfrm>
          <a:prstGeom prst="rect">
            <a:avLst/>
          </a:prstGeom>
          <a:noFill/>
          <a:ln/>
        </p:spPr>
        <p:txBody>
          <a:bodyPr wrap="square" lIns="0" tIns="0" rIns="0" bIns="0" rtlCol="0" anchor="ctr"/>
          <a:lstStyle/>
          <a:p>
            <a:pPr indent="0" marL="0">
              <a:buNone/>
            </a:pPr>
            <a:r>
              <a:rPr lang="en-US" sz="3000" b="1" dirty="0">
                <a:solidFill>
                  <a:srgbClr val="FF2060">
                    <a:alpha val="25000"/>
                  </a:srgbClr>
                </a:solidFill>
                <a:latin typeface="Consolas" pitchFamily="34" charset="0"/>
                <a:ea typeface="Consolas" pitchFamily="34" charset="-122"/>
                <a:cs typeface="Consolas" pitchFamily="34" charset="-120"/>
              </a:rPr>
              <a:t>06</a:t>
            </a:r>
            <a:endParaRPr lang="en-US" sz="3000" dirty="0"/>
          </a:p>
        </p:txBody>
      </p:sp>
      <p:sp>
        <p:nvSpPr>
          <p:cNvPr id="54" name="Text 52"/>
          <p:cNvSpPr/>
          <p:nvPr/>
        </p:nvSpPr>
        <p:spPr>
          <a:xfrm>
            <a:off x="6272784" y="3602736"/>
            <a:ext cx="438912" cy="384048"/>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55" name="Text 53"/>
          <p:cNvSpPr/>
          <p:nvPr/>
        </p:nvSpPr>
        <p:spPr>
          <a:xfrm>
            <a:off x="6748272" y="3602736"/>
            <a:ext cx="2084832" cy="347472"/>
          </a:xfrm>
          <a:prstGeom prst="rect">
            <a:avLst/>
          </a:prstGeom>
          <a:noFill/>
          <a:ln/>
        </p:spPr>
        <p:txBody>
          <a:bodyPr wrap="square" lIns="0" tIns="0" rIns="0" bIns="0" rtlCol="0" anchor="ctr"/>
          <a:lstStyle/>
          <a:p>
            <a:pPr indent="0" marL="0">
              <a:buNone/>
            </a:pPr>
            <a:r>
              <a:rPr lang="en-US" sz="1100" b="1" dirty="0">
                <a:solidFill>
                  <a:srgbClr val="FF2060"/>
                </a:solidFill>
                <a:latin typeface="Calibri" pitchFamily="34" charset="0"/>
                <a:ea typeface="Calibri" pitchFamily="34" charset="-122"/>
                <a:cs typeface="Calibri" pitchFamily="34" charset="-120"/>
              </a:rPr>
              <a:t>₹100s Crore Wasted</a:t>
            </a:r>
            <a:endParaRPr lang="en-US" sz="1100" dirty="0"/>
          </a:p>
        </p:txBody>
      </p:sp>
      <p:sp>
        <p:nvSpPr>
          <p:cNvPr id="56" name="Text 54"/>
          <p:cNvSpPr/>
          <p:nvPr/>
        </p:nvSpPr>
        <p:spPr>
          <a:xfrm>
            <a:off x="6272784" y="4078224"/>
            <a:ext cx="2651760" cy="640080"/>
          </a:xfrm>
          <a:prstGeom prst="rect">
            <a:avLst/>
          </a:prstGeom>
          <a:noFill/>
          <a:ln/>
        </p:spPr>
        <p:txBody>
          <a:bodyPr wrap="square" lIns="0" tIns="0" rIns="0" bIns="0" rtlCol="0" anchor="ctr"/>
          <a:lstStyle/>
          <a:p>
            <a:pPr indent="0" marL="0">
              <a:buNone/>
            </a:pPr>
            <a:r>
              <a:rPr lang="en-US" sz="950" dirty="0">
                <a:solidFill>
                  <a:srgbClr val="3D6080"/>
                </a:solidFill>
                <a:latin typeface="Calibri" pitchFamily="34" charset="0"/>
                <a:ea typeface="Calibri" pitchFamily="34" charset="-122"/>
                <a:cs typeface="Calibri" pitchFamily="34" charset="-120"/>
              </a:rPr>
              <a:t>CPGRAMS handles only 5%.</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20C18"/>
        </a:solidFill>
      </p:bgPr>
    </p:bg>
    <p:spTree>
      <p:nvGrpSpPr>
        <p:cNvPr id="1" name=""/>
        <p:cNvGrpSpPr/>
        <p:nvPr/>
      </p:nvGrpSpPr>
      <p:grpSpPr>
        <a:xfrm>
          <a:off x="0" y="0"/>
          <a:ext cx="0" cy="0"/>
          <a:chOff x="0" y="0"/>
          <a:chExt cx="0" cy="0"/>
        </a:xfrm>
      </p:grpSpPr>
      <p:sp>
        <p:nvSpPr>
          <p:cNvPr id="2" name="Shape 0"/>
          <p:cNvSpPr/>
          <p:nvPr/>
        </p:nvSpPr>
        <p:spPr>
          <a:xfrm>
            <a:off x="-1828800" y="-914400"/>
            <a:ext cx="6400800" cy="5486400"/>
          </a:xfrm>
          <a:prstGeom prst="ellipse">
            <a:avLst/>
          </a:prstGeom>
          <a:solidFill>
            <a:srgbClr val="B040FF">
              <a:alpha val="4000"/>
            </a:srgbClr>
          </a:solidFill>
          <a:ln w="12700">
            <a:solidFill>
              <a:srgbClr val="000000"/>
            </a:solidFill>
            <a:prstDash val="solid"/>
          </a:ln>
        </p:spPr>
      </p:sp>
      <p:sp>
        <p:nvSpPr>
          <p:cNvPr id="3" name="Shape 1"/>
          <p:cNvSpPr/>
          <p:nvPr/>
        </p:nvSpPr>
        <p:spPr>
          <a:xfrm>
            <a:off x="5943600" y="2743200"/>
            <a:ext cx="5486400" cy="4572000"/>
          </a:xfrm>
          <a:prstGeom prst="ellipse">
            <a:avLst/>
          </a:prstGeom>
          <a:solidFill>
            <a:srgbClr val="00F5FF">
              <a:alpha val="4000"/>
            </a:srgbClr>
          </a:solidFill>
          <a:ln w="12700">
            <a:solidFill>
              <a:srgbClr val="000000"/>
            </a:solidFill>
            <a:prstDash val="solid"/>
          </a:ln>
        </p:spPr>
      </p:sp>
      <p:sp>
        <p:nvSpPr>
          <p:cNvPr id="4" name="Shape 2"/>
          <p:cNvSpPr/>
          <p:nvPr/>
        </p:nvSpPr>
        <p:spPr>
          <a:xfrm>
            <a:off x="2743200" y="3657600"/>
            <a:ext cx="4572000" cy="3657600"/>
          </a:xfrm>
          <a:prstGeom prst="ellipse">
            <a:avLst/>
          </a:prstGeom>
          <a:solidFill>
            <a:srgbClr val="3D8EFF">
              <a:alpha val="3000"/>
            </a:srgbClr>
          </a:solidFill>
          <a:ln w="12700">
            <a:solidFill>
              <a:srgbClr val="000000"/>
            </a:solidFill>
            <a:prstDash val="solid"/>
          </a:ln>
        </p:spPr>
      </p:sp>
      <p:sp>
        <p:nvSpPr>
          <p:cNvPr id="5" name="Text 3"/>
          <p:cNvSpPr/>
          <p:nvPr/>
        </p:nvSpPr>
        <p:spPr>
          <a:xfrm>
            <a:off x="365760" y="91440"/>
            <a:ext cx="8412480" cy="201168"/>
          </a:xfrm>
          <a:prstGeom prst="rect">
            <a:avLst/>
          </a:prstGeom>
          <a:noFill/>
          <a:ln/>
        </p:spPr>
        <p:txBody>
          <a:bodyPr wrap="square" rtlCol="0" anchor="ctr"/>
          <a:lstStyle/>
          <a:p>
            <a:pPr algn="ctr" indent="0" marL="0">
              <a:buNone/>
            </a:pPr>
            <a:r>
              <a:rPr lang="en-US" sz="750" spc="500" kern="0" dirty="0">
                <a:solidFill>
                  <a:srgbClr val="00F5FF"/>
                </a:solidFill>
                <a:latin typeface="Consolas" pitchFamily="34" charset="0"/>
                <a:ea typeface="Consolas" pitchFamily="34" charset="-122"/>
                <a:cs typeface="Consolas" pitchFamily="34" charset="-120"/>
              </a:rPr>
              <a:t>OUR SOLUTION</a:t>
            </a:r>
            <a:endParaRPr lang="en-US" sz="750" dirty="0"/>
          </a:p>
        </p:txBody>
      </p:sp>
      <p:sp>
        <p:nvSpPr>
          <p:cNvPr id="6" name="Text 4"/>
          <p:cNvSpPr/>
          <p:nvPr/>
        </p:nvSpPr>
        <p:spPr>
          <a:xfrm>
            <a:off x="365760" y="457200"/>
            <a:ext cx="8412480" cy="658368"/>
          </a:xfrm>
          <a:prstGeom prst="rect">
            <a:avLst/>
          </a:prstGeom>
          <a:noFill/>
          <a:ln/>
          <a:effectLst>
            <a:outerShdw sx="100000" sy="100000" kx="0" ky="0" algn="bl" rotWithShape="0" blurRad="279400" dist="50800" dir="16200000">
              <a:srgbClr val="00F5FF">
                <a:alpha val="40000"/>
              </a:srgbClr>
            </a:outerShdw>
          </a:effectLst>
        </p:spPr>
        <p:txBody>
          <a:bodyPr wrap="square" rtlCol="0" anchor="ctr"/>
          <a:lstStyle/>
          <a:p>
            <a:pPr algn="ctr" indent="0" marL="0">
              <a:buNone/>
            </a:pPr>
            <a:r>
              <a:rPr lang="en-US" sz="4800" b="1" spc="500" kern="0" dirty="0">
                <a:solidFill>
                  <a:srgbClr val="00F5FF"/>
                </a:solidFill>
                <a:latin typeface="Calibri" pitchFamily="34" charset="0"/>
                <a:ea typeface="Calibri" pitchFamily="34" charset="-122"/>
                <a:cs typeface="Calibri" pitchFamily="34" charset="-120"/>
              </a:rPr>
              <a:t>CivicEye Pro v6.0</a:t>
            </a:r>
            <a:endParaRPr lang="en-US" sz="4800" dirty="0"/>
          </a:p>
        </p:txBody>
      </p:sp>
      <p:sp>
        <p:nvSpPr>
          <p:cNvPr id="7" name="Text 5"/>
          <p:cNvSpPr/>
          <p:nvPr/>
        </p:nvSpPr>
        <p:spPr>
          <a:xfrm>
            <a:off x="365760" y="1097280"/>
            <a:ext cx="8412480" cy="292608"/>
          </a:xfrm>
          <a:prstGeom prst="rect">
            <a:avLst/>
          </a:prstGeom>
          <a:noFill/>
          <a:ln/>
        </p:spPr>
        <p:txBody>
          <a:bodyPr wrap="square" rtlCol="0" anchor="ctr"/>
          <a:lstStyle/>
          <a:p>
            <a:pPr algn="ctr" indent="0" marL="0">
              <a:buNone/>
            </a:pPr>
            <a:r>
              <a:rPr lang="en-US" sz="1400" i="1" dirty="0">
                <a:solidFill>
                  <a:srgbClr val="3D6080"/>
                </a:solidFill>
                <a:latin typeface="Calibri" pitchFamily="34" charset="0"/>
                <a:ea typeface="Calibri" pitchFamily="34" charset="-122"/>
                <a:cs typeface="Calibri" pitchFamily="34" charset="-120"/>
              </a:rPr>
              <a:t>One Platform  ·  8 Features  ·  Zero Cost  ·  Fully Deployed</a:t>
            </a:r>
            <a:endParaRPr lang="en-US" sz="1400" dirty="0"/>
          </a:p>
        </p:txBody>
      </p:sp>
      <p:sp>
        <p:nvSpPr>
          <p:cNvPr id="8" name="Shape 6"/>
          <p:cNvSpPr/>
          <p:nvPr/>
        </p:nvSpPr>
        <p:spPr>
          <a:xfrm>
            <a:off x="256032" y="1508760"/>
            <a:ext cx="2057400" cy="1609344"/>
          </a:xfrm>
          <a:prstGeom prst="roundRect">
            <a:avLst>
              <a:gd name="adj" fmla="val 5682"/>
            </a:avLst>
          </a:prstGeom>
          <a:solidFill>
            <a:srgbClr val="112030"/>
          </a:solidFill>
          <a:ln w="16510">
            <a:solidFill>
              <a:srgbClr val="3D8EFF"/>
            </a:solidFill>
            <a:prstDash val="solid"/>
          </a:ln>
          <a:effectLst>
            <a:outerShdw sx="100000" sy="100000" kx="0" ky="0" algn="bl" rotWithShape="0" blurRad="279400" dist="50800" dir="16200000">
              <a:srgbClr val="3D8EFF">
                <a:alpha val="25000"/>
              </a:srgbClr>
            </a:outerShdw>
          </a:effectLst>
        </p:spPr>
      </p:sp>
      <p:sp>
        <p:nvSpPr>
          <p:cNvPr id="9" name="Shape 7"/>
          <p:cNvSpPr/>
          <p:nvPr/>
        </p:nvSpPr>
        <p:spPr>
          <a:xfrm>
            <a:off x="256032" y="1508760"/>
            <a:ext cx="2057400" cy="502920"/>
          </a:xfrm>
          <a:prstGeom prst="roundRect">
            <a:avLst>
              <a:gd name="adj" fmla="val 18182"/>
            </a:avLst>
          </a:prstGeom>
          <a:solidFill>
            <a:srgbClr val="3D8EFF">
              <a:alpha val="18000"/>
            </a:srgbClr>
          </a:solidFill>
          <a:ln w="12700">
            <a:solidFill>
              <a:srgbClr val="000000"/>
            </a:solidFill>
            <a:prstDash val="solid"/>
          </a:ln>
        </p:spPr>
      </p:sp>
      <p:sp>
        <p:nvSpPr>
          <p:cNvPr id="10" name="Shape 8"/>
          <p:cNvSpPr/>
          <p:nvPr/>
        </p:nvSpPr>
        <p:spPr>
          <a:xfrm>
            <a:off x="256032" y="1828800"/>
            <a:ext cx="2057400" cy="182880"/>
          </a:xfrm>
          <a:prstGeom prst="rect">
            <a:avLst/>
          </a:prstGeom>
          <a:solidFill>
            <a:srgbClr val="3D8EFF">
              <a:alpha val="18000"/>
            </a:srgbClr>
          </a:solidFill>
          <a:ln w="12700">
            <a:solidFill>
              <a:srgbClr val="000000"/>
            </a:solidFill>
            <a:prstDash val="solid"/>
          </a:ln>
        </p:spPr>
      </p:sp>
      <p:sp>
        <p:nvSpPr>
          <p:cNvPr id="11" name="Text 9"/>
          <p:cNvSpPr/>
          <p:nvPr/>
        </p:nvSpPr>
        <p:spPr>
          <a:xfrm>
            <a:off x="256032" y="1536192"/>
            <a:ext cx="2057400" cy="475488"/>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2" name="Text 10"/>
          <p:cNvSpPr/>
          <p:nvPr/>
        </p:nvSpPr>
        <p:spPr>
          <a:xfrm>
            <a:off x="347472" y="2057400"/>
            <a:ext cx="1901952" cy="274320"/>
          </a:xfrm>
          <a:prstGeom prst="rect">
            <a:avLst/>
          </a:prstGeom>
          <a:noFill/>
          <a:ln/>
        </p:spPr>
        <p:txBody>
          <a:bodyPr wrap="square" lIns="0" tIns="0" rIns="0" bIns="0" rtlCol="0" anchor="ctr"/>
          <a:lstStyle/>
          <a:p>
            <a:pPr indent="0" marL="0">
              <a:buNone/>
            </a:pPr>
            <a:r>
              <a:rPr lang="en-US" sz="1150" b="1" dirty="0">
                <a:solidFill>
                  <a:srgbClr val="3D8EFF"/>
                </a:solidFill>
                <a:latin typeface="Calibri" pitchFamily="34" charset="0"/>
                <a:ea typeface="Calibri" pitchFamily="34" charset="-122"/>
                <a:cs typeface="Calibri" pitchFamily="34" charset="-120"/>
              </a:rPr>
              <a:t>Real Auth + OTP</a:t>
            </a:r>
            <a:endParaRPr lang="en-US" sz="1150" dirty="0"/>
          </a:p>
        </p:txBody>
      </p:sp>
      <p:sp>
        <p:nvSpPr>
          <p:cNvPr id="13" name="Text 11"/>
          <p:cNvSpPr/>
          <p:nvPr/>
        </p:nvSpPr>
        <p:spPr>
          <a:xfrm>
            <a:off x="347472" y="2359152"/>
            <a:ext cx="1901952" cy="640080"/>
          </a:xfrm>
          <a:prstGeom prst="rect">
            <a:avLst/>
          </a:prstGeom>
          <a:noFill/>
          <a:ln/>
        </p:spPr>
        <p:txBody>
          <a:bodyPr wrap="square" lIns="0" tIns="0" rIns="0" bIns="0" rtlCol="0" anchor="ctr"/>
          <a:lstStyle/>
          <a:p>
            <a:pPr indent="0" marL="0">
              <a:buNone/>
            </a:pPr>
            <a:r>
              <a:rPr lang="en-US" sz="900" dirty="0">
                <a:solidFill>
                  <a:srgbClr val="3D6080"/>
                </a:solidFill>
                <a:latin typeface="Calibri" pitchFamily="34" charset="0"/>
                <a:ea typeface="Calibri" pitchFamily="34" charset="-122"/>
                <a:cs typeface="Calibri" pitchFamily="34" charset="-120"/>
              </a:rPr>
              <a:t>Backend API auth</a:t>
            </a:r>
            <a:endParaRPr lang="en-US" sz="900" dirty="0"/>
          </a:p>
          <a:p>
            <a:pPr indent="0" marL="0">
              <a:buNone/>
            </a:pPr>
            <a:r>
              <a:rPr lang="en-US" sz="900" dirty="0">
                <a:solidFill>
                  <a:srgbClr val="3D6080"/>
                </a:solidFill>
                <a:latin typeface="Calibri" pitchFamily="34" charset="0"/>
                <a:ea typeface="Calibri" pitchFamily="34" charset="-122"/>
                <a:cs typeface="Calibri" pitchFamily="34" charset="-120"/>
              </a:rPr>
              <a:t>Kisi bhi device se</a:t>
            </a:r>
            <a:endParaRPr lang="en-US" sz="900" dirty="0"/>
          </a:p>
        </p:txBody>
      </p:sp>
      <p:sp>
        <p:nvSpPr>
          <p:cNvPr id="14" name="Shape 12"/>
          <p:cNvSpPr/>
          <p:nvPr/>
        </p:nvSpPr>
        <p:spPr>
          <a:xfrm>
            <a:off x="2450592" y="1508760"/>
            <a:ext cx="2057400" cy="1609344"/>
          </a:xfrm>
          <a:prstGeom prst="roundRect">
            <a:avLst>
              <a:gd name="adj" fmla="val 5682"/>
            </a:avLst>
          </a:prstGeom>
          <a:solidFill>
            <a:srgbClr val="112030"/>
          </a:solidFill>
          <a:ln w="16510">
            <a:solidFill>
              <a:srgbClr val="B040FF"/>
            </a:solidFill>
            <a:prstDash val="solid"/>
          </a:ln>
          <a:effectLst>
            <a:outerShdw sx="100000" sy="100000" kx="0" ky="0" algn="bl" rotWithShape="0" blurRad="279400" dist="50800" dir="16200000">
              <a:srgbClr val="B040FF">
                <a:alpha val="25000"/>
              </a:srgbClr>
            </a:outerShdw>
          </a:effectLst>
        </p:spPr>
      </p:sp>
      <p:sp>
        <p:nvSpPr>
          <p:cNvPr id="15" name="Shape 13"/>
          <p:cNvSpPr/>
          <p:nvPr/>
        </p:nvSpPr>
        <p:spPr>
          <a:xfrm>
            <a:off x="2450592" y="1508760"/>
            <a:ext cx="2057400" cy="502920"/>
          </a:xfrm>
          <a:prstGeom prst="roundRect">
            <a:avLst>
              <a:gd name="adj" fmla="val 18182"/>
            </a:avLst>
          </a:prstGeom>
          <a:solidFill>
            <a:srgbClr val="B040FF">
              <a:alpha val="18000"/>
            </a:srgbClr>
          </a:solidFill>
          <a:ln w="12700">
            <a:solidFill>
              <a:srgbClr val="000000"/>
            </a:solidFill>
            <a:prstDash val="solid"/>
          </a:ln>
        </p:spPr>
      </p:sp>
      <p:sp>
        <p:nvSpPr>
          <p:cNvPr id="16" name="Shape 14"/>
          <p:cNvSpPr/>
          <p:nvPr/>
        </p:nvSpPr>
        <p:spPr>
          <a:xfrm>
            <a:off x="2450592" y="1828800"/>
            <a:ext cx="2057400" cy="182880"/>
          </a:xfrm>
          <a:prstGeom prst="rect">
            <a:avLst/>
          </a:prstGeom>
          <a:solidFill>
            <a:srgbClr val="B040FF">
              <a:alpha val="18000"/>
            </a:srgbClr>
          </a:solidFill>
          <a:ln w="12700">
            <a:solidFill>
              <a:srgbClr val="000000"/>
            </a:solidFill>
            <a:prstDash val="solid"/>
          </a:ln>
        </p:spPr>
      </p:sp>
      <p:sp>
        <p:nvSpPr>
          <p:cNvPr id="17" name="Text 15"/>
          <p:cNvSpPr/>
          <p:nvPr/>
        </p:nvSpPr>
        <p:spPr>
          <a:xfrm>
            <a:off x="2450592" y="1536192"/>
            <a:ext cx="2057400" cy="475488"/>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8" name="Text 16"/>
          <p:cNvSpPr/>
          <p:nvPr/>
        </p:nvSpPr>
        <p:spPr>
          <a:xfrm>
            <a:off x="2542032" y="2057400"/>
            <a:ext cx="1901952" cy="274320"/>
          </a:xfrm>
          <a:prstGeom prst="rect">
            <a:avLst/>
          </a:prstGeom>
          <a:noFill/>
          <a:ln/>
        </p:spPr>
        <p:txBody>
          <a:bodyPr wrap="square" lIns="0" tIns="0" rIns="0" bIns="0" rtlCol="0" anchor="ctr"/>
          <a:lstStyle/>
          <a:p>
            <a:pPr indent="0" marL="0">
              <a:buNone/>
            </a:pPr>
            <a:r>
              <a:rPr lang="en-US" sz="1150" b="1" dirty="0">
                <a:solidFill>
                  <a:srgbClr val="B040FF"/>
                </a:solidFill>
                <a:latin typeface="Calibri" pitchFamily="34" charset="0"/>
                <a:ea typeface="Calibri" pitchFamily="34" charset="-122"/>
                <a:cs typeface="Calibri" pitchFamily="34" charset="-120"/>
              </a:rPr>
              <a:t>AI Classifier</a:t>
            </a:r>
            <a:endParaRPr lang="en-US" sz="1150" dirty="0"/>
          </a:p>
        </p:txBody>
      </p:sp>
      <p:sp>
        <p:nvSpPr>
          <p:cNvPr id="19" name="Text 17"/>
          <p:cNvSpPr/>
          <p:nvPr/>
        </p:nvSpPr>
        <p:spPr>
          <a:xfrm>
            <a:off x="2542032" y="2359152"/>
            <a:ext cx="1901952" cy="640080"/>
          </a:xfrm>
          <a:prstGeom prst="rect">
            <a:avLst/>
          </a:prstGeom>
          <a:noFill/>
          <a:ln/>
        </p:spPr>
        <p:txBody>
          <a:bodyPr wrap="square" lIns="0" tIns="0" rIns="0" bIns="0" rtlCol="0" anchor="ctr"/>
          <a:lstStyle/>
          <a:p>
            <a:pPr indent="0" marL="0">
              <a:buNone/>
            </a:pPr>
            <a:r>
              <a:rPr lang="en-US" sz="900" dirty="0">
                <a:solidFill>
                  <a:srgbClr val="3D6080"/>
                </a:solidFill>
                <a:latin typeface="Calibri" pitchFamily="34" charset="0"/>
                <a:ea typeface="Calibri" pitchFamily="34" charset="-122"/>
                <a:cs typeface="Calibri" pitchFamily="34" charset="-120"/>
              </a:rPr>
              <a:t>8 categories</a:t>
            </a:r>
            <a:endParaRPr lang="en-US" sz="900" dirty="0"/>
          </a:p>
          <a:p>
            <a:pPr indent="0" marL="0">
              <a:buNone/>
            </a:pPr>
            <a:r>
              <a:rPr lang="en-US" sz="900" dirty="0">
                <a:solidFill>
                  <a:srgbClr val="3D6080"/>
                </a:solidFill>
                <a:latin typeface="Calibri" pitchFamily="34" charset="0"/>
                <a:ea typeface="Calibri" pitchFamily="34" charset="-122"/>
                <a:cs typeface="Calibri" pitchFamily="34" charset="-120"/>
              </a:rPr>
              <a:t>0–100 urgency score</a:t>
            </a:r>
            <a:endParaRPr lang="en-US" sz="900" dirty="0"/>
          </a:p>
        </p:txBody>
      </p:sp>
      <p:sp>
        <p:nvSpPr>
          <p:cNvPr id="20" name="Shape 18"/>
          <p:cNvSpPr/>
          <p:nvPr/>
        </p:nvSpPr>
        <p:spPr>
          <a:xfrm>
            <a:off x="4645152" y="1508760"/>
            <a:ext cx="2057400" cy="1609344"/>
          </a:xfrm>
          <a:prstGeom prst="roundRect">
            <a:avLst>
              <a:gd name="adj" fmla="val 5682"/>
            </a:avLst>
          </a:prstGeom>
          <a:solidFill>
            <a:srgbClr val="112030"/>
          </a:solidFill>
          <a:ln w="16510">
            <a:solidFill>
              <a:srgbClr val="00F5FF"/>
            </a:solidFill>
            <a:prstDash val="solid"/>
          </a:ln>
          <a:effectLst>
            <a:outerShdw sx="100000" sy="100000" kx="0" ky="0" algn="bl" rotWithShape="0" blurRad="279400" dist="50800" dir="16200000">
              <a:srgbClr val="00F5FF">
                <a:alpha val="25000"/>
              </a:srgbClr>
            </a:outerShdw>
          </a:effectLst>
        </p:spPr>
      </p:sp>
      <p:sp>
        <p:nvSpPr>
          <p:cNvPr id="21" name="Shape 19"/>
          <p:cNvSpPr/>
          <p:nvPr/>
        </p:nvSpPr>
        <p:spPr>
          <a:xfrm>
            <a:off x="4645152" y="1508760"/>
            <a:ext cx="2057400" cy="502920"/>
          </a:xfrm>
          <a:prstGeom prst="roundRect">
            <a:avLst>
              <a:gd name="adj" fmla="val 18182"/>
            </a:avLst>
          </a:prstGeom>
          <a:solidFill>
            <a:srgbClr val="00F5FF">
              <a:alpha val="18000"/>
            </a:srgbClr>
          </a:solidFill>
          <a:ln w="12700">
            <a:solidFill>
              <a:srgbClr val="000000"/>
            </a:solidFill>
            <a:prstDash val="solid"/>
          </a:ln>
        </p:spPr>
      </p:sp>
      <p:sp>
        <p:nvSpPr>
          <p:cNvPr id="22" name="Shape 20"/>
          <p:cNvSpPr/>
          <p:nvPr/>
        </p:nvSpPr>
        <p:spPr>
          <a:xfrm>
            <a:off x="4645152" y="1828800"/>
            <a:ext cx="2057400" cy="182880"/>
          </a:xfrm>
          <a:prstGeom prst="rect">
            <a:avLst/>
          </a:prstGeom>
          <a:solidFill>
            <a:srgbClr val="00F5FF">
              <a:alpha val="18000"/>
            </a:srgbClr>
          </a:solidFill>
          <a:ln w="12700">
            <a:solidFill>
              <a:srgbClr val="000000"/>
            </a:solidFill>
            <a:prstDash val="solid"/>
          </a:ln>
        </p:spPr>
      </p:sp>
      <p:sp>
        <p:nvSpPr>
          <p:cNvPr id="23" name="Text 21"/>
          <p:cNvSpPr/>
          <p:nvPr/>
        </p:nvSpPr>
        <p:spPr>
          <a:xfrm>
            <a:off x="4645152" y="1536192"/>
            <a:ext cx="2057400" cy="475488"/>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4" name="Text 22"/>
          <p:cNvSpPr/>
          <p:nvPr/>
        </p:nvSpPr>
        <p:spPr>
          <a:xfrm>
            <a:off x="4736592" y="2057400"/>
            <a:ext cx="1901952" cy="274320"/>
          </a:xfrm>
          <a:prstGeom prst="rect">
            <a:avLst/>
          </a:prstGeom>
          <a:noFill/>
          <a:ln/>
        </p:spPr>
        <p:txBody>
          <a:bodyPr wrap="square" lIns="0" tIns="0" rIns="0" bIns="0" rtlCol="0" anchor="ctr"/>
          <a:lstStyle/>
          <a:p>
            <a:pPr indent="0" marL="0">
              <a:buNone/>
            </a:pPr>
            <a:r>
              <a:rPr lang="en-US" sz="1150" b="1" dirty="0">
                <a:solidFill>
                  <a:srgbClr val="00F5FF"/>
                </a:solidFill>
                <a:latin typeface="Calibri" pitchFamily="34" charset="0"/>
                <a:ea typeface="Calibri" pitchFamily="34" charset="-122"/>
                <a:cs typeface="Calibri" pitchFamily="34" charset="-120"/>
              </a:rPr>
              <a:t>Blockchain Trail</a:t>
            </a:r>
            <a:endParaRPr lang="en-US" sz="1150" dirty="0"/>
          </a:p>
        </p:txBody>
      </p:sp>
      <p:sp>
        <p:nvSpPr>
          <p:cNvPr id="25" name="Text 23"/>
          <p:cNvSpPr/>
          <p:nvPr/>
        </p:nvSpPr>
        <p:spPr>
          <a:xfrm>
            <a:off x="4736592" y="2359152"/>
            <a:ext cx="1901952" cy="640080"/>
          </a:xfrm>
          <a:prstGeom prst="rect">
            <a:avLst/>
          </a:prstGeom>
          <a:noFill/>
          <a:ln/>
        </p:spPr>
        <p:txBody>
          <a:bodyPr wrap="square" lIns="0" tIns="0" rIns="0" bIns="0" rtlCol="0" anchor="ctr"/>
          <a:lstStyle/>
          <a:p>
            <a:pPr indent="0" marL="0">
              <a:buNone/>
            </a:pPr>
            <a:r>
              <a:rPr lang="en-US" sz="900" dirty="0">
                <a:solidFill>
                  <a:srgbClr val="3D6080"/>
                </a:solidFill>
                <a:latin typeface="Calibri" pitchFamily="34" charset="0"/>
                <a:ea typeface="Calibri" pitchFamily="34" charset="-122"/>
                <a:cs typeface="Calibri" pitchFamily="34" charset="-120"/>
              </a:rPr>
              <a:t>SHA-256 hashing</a:t>
            </a:r>
            <a:endParaRPr lang="en-US" sz="900" dirty="0"/>
          </a:p>
          <a:p>
            <a:pPr indent="0" marL="0">
              <a:buNone/>
            </a:pPr>
            <a:r>
              <a:rPr lang="en-US" sz="900" dirty="0">
                <a:solidFill>
                  <a:srgbClr val="3D6080"/>
                </a:solidFill>
                <a:latin typeface="Calibri" pitchFamily="34" charset="0"/>
                <a:ea typeface="Calibri" pitchFamily="34" charset="-122"/>
                <a:cs typeface="Calibri" pitchFamily="34" charset="-120"/>
              </a:rPr>
              <a:t>Tamper-proof forever</a:t>
            </a:r>
            <a:endParaRPr lang="en-US" sz="900" dirty="0"/>
          </a:p>
        </p:txBody>
      </p:sp>
      <p:sp>
        <p:nvSpPr>
          <p:cNvPr id="26" name="Shape 24"/>
          <p:cNvSpPr/>
          <p:nvPr/>
        </p:nvSpPr>
        <p:spPr>
          <a:xfrm>
            <a:off x="6839712" y="1508760"/>
            <a:ext cx="2057400" cy="1609344"/>
          </a:xfrm>
          <a:prstGeom prst="roundRect">
            <a:avLst>
              <a:gd name="adj" fmla="val 5682"/>
            </a:avLst>
          </a:prstGeom>
          <a:solidFill>
            <a:srgbClr val="112030"/>
          </a:solidFill>
          <a:ln w="16510">
            <a:solidFill>
              <a:srgbClr val="00FF88"/>
            </a:solidFill>
            <a:prstDash val="solid"/>
          </a:ln>
          <a:effectLst>
            <a:outerShdw sx="100000" sy="100000" kx="0" ky="0" algn="bl" rotWithShape="0" blurRad="279400" dist="50800" dir="16200000">
              <a:srgbClr val="00FF88">
                <a:alpha val="25000"/>
              </a:srgbClr>
            </a:outerShdw>
          </a:effectLst>
        </p:spPr>
      </p:sp>
      <p:sp>
        <p:nvSpPr>
          <p:cNvPr id="27" name="Shape 25"/>
          <p:cNvSpPr/>
          <p:nvPr/>
        </p:nvSpPr>
        <p:spPr>
          <a:xfrm>
            <a:off x="6839712" y="1508760"/>
            <a:ext cx="2057400" cy="502920"/>
          </a:xfrm>
          <a:prstGeom prst="roundRect">
            <a:avLst>
              <a:gd name="adj" fmla="val 18182"/>
            </a:avLst>
          </a:prstGeom>
          <a:solidFill>
            <a:srgbClr val="00FF88">
              <a:alpha val="18000"/>
            </a:srgbClr>
          </a:solidFill>
          <a:ln w="12700">
            <a:solidFill>
              <a:srgbClr val="000000"/>
            </a:solidFill>
            <a:prstDash val="solid"/>
          </a:ln>
        </p:spPr>
      </p:sp>
      <p:sp>
        <p:nvSpPr>
          <p:cNvPr id="28" name="Shape 26"/>
          <p:cNvSpPr/>
          <p:nvPr/>
        </p:nvSpPr>
        <p:spPr>
          <a:xfrm>
            <a:off x="6839712" y="1828800"/>
            <a:ext cx="2057400" cy="182880"/>
          </a:xfrm>
          <a:prstGeom prst="rect">
            <a:avLst/>
          </a:prstGeom>
          <a:solidFill>
            <a:srgbClr val="00FF88">
              <a:alpha val="18000"/>
            </a:srgbClr>
          </a:solidFill>
          <a:ln w="12700">
            <a:solidFill>
              <a:srgbClr val="000000"/>
            </a:solidFill>
            <a:prstDash val="solid"/>
          </a:ln>
        </p:spPr>
      </p:sp>
      <p:sp>
        <p:nvSpPr>
          <p:cNvPr id="29" name="Text 27"/>
          <p:cNvSpPr/>
          <p:nvPr/>
        </p:nvSpPr>
        <p:spPr>
          <a:xfrm>
            <a:off x="6839712" y="1536192"/>
            <a:ext cx="2057400" cy="475488"/>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30" name="Text 28"/>
          <p:cNvSpPr/>
          <p:nvPr/>
        </p:nvSpPr>
        <p:spPr>
          <a:xfrm>
            <a:off x="6931152" y="2057400"/>
            <a:ext cx="1901952" cy="274320"/>
          </a:xfrm>
          <a:prstGeom prst="rect">
            <a:avLst/>
          </a:prstGeom>
          <a:noFill/>
          <a:ln/>
        </p:spPr>
        <p:txBody>
          <a:bodyPr wrap="square" lIns="0" tIns="0" rIns="0" bIns="0" rtlCol="0" anchor="ctr"/>
          <a:lstStyle/>
          <a:p>
            <a:pPr indent="0" marL="0">
              <a:buNone/>
            </a:pPr>
            <a:r>
              <a:rPr lang="en-US" sz="1150" b="1" dirty="0">
                <a:solidFill>
                  <a:srgbClr val="00FF88"/>
                </a:solidFill>
                <a:latin typeface="Calibri" pitchFamily="34" charset="0"/>
                <a:ea typeface="Calibri" pitchFamily="34" charset="-122"/>
                <a:cs typeface="Calibri" pitchFamily="34" charset="-120"/>
              </a:rPr>
              <a:t>8-Job Automation</a:t>
            </a:r>
            <a:endParaRPr lang="en-US" sz="1150" dirty="0"/>
          </a:p>
        </p:txBody>
      </p:sp>
      <p:sp>
        <p:nvSpPr>
          <p:cNvPr id="31" name="Text 29"/>
          <p:cNvSpPr/>
          <p:nvPr/>
        </p:nvSpPr>
        <p:spPr>
          <a:xfrm>
            <a:off x="6931152" y="2359152"/>
            <a:ext cx="1901952" cy="640080"/>
          </a:xfrm>
          <a:prstGeom prst="rect">
            <a:avLst/>
          </a:prstGeom>
          <a:noFill/>
          <a:ln/>
        </p:spPr>
        <p:txBody>
          <a:bodyPr wrap="square" lIns="0" tIns="0" rIns="0" bIns="0" rtlCol="0" anchor="ctr"/>
          <a:lstStyle/>
          <a:p>
            <a:pPr indent="0" marL="0">
              <a:buNone/>
            </a:pPr>
            <a:r>
              <a:rPr lang="en-US" sz="900" dirty="0">
                <a:solidFill>
                  <a:srgbClr val="3D6080"/>
                </a:solidFill>
                <a:latin typeface="Calibri" pitchFamily="34" charset="0"/>
                <a:ea typeface="Calibri" pitchFamily="34" charset="-122"/>
                <a:cs typeface="Calibri" pitchFamily="34" charset="-120"/>
              </a:rPr>
              <a:t>24/7 auto-assign</a:t>
            </a:r>
            <a:endParaRPr lang="en-US" sz="900" dirty="0"/>
          </a:p>
          <a:p>
            <a:pPr indent="0" marL="0">
              <a:buNone/>
            </a:pPr>
            <a:r>
              <a:rPr lang="en-US" sz="900" dirty="0">
                <a:solidFill>
                  <a:srgbClr val="3D6080"/>
                </a:solidFill>
                <a:latin typeface="Calibri" pitchFamily="34" charset="0"/>
                <a:ea typeface="Calibri" pitchFamily="34" charset="-122"/>
                <a:cs typeface="Calibri" pitchFamily="34" charset="-120"/>
              </a:rPr>
              <a:t>Zero humans needed</a:t>
            </a:r>
            <a:endParaRPr lang="en-US" sz="900" dirty="0"/>
          </a:p>
        </p:txBody>
      </p:sp>
      <p:sp>
        <p:nvSpPr>
          <p:cNvPr id="32" name="Shape 30"/>
          <p:cNvSpPr/>
          <p:nvPr/>
        </p:nvSpPr>
        <p:spPr>
          <a:xfrm>
            <a:off x="256032" y="3264408"/>
            <a:ext cx="2057400" cy="1609344"/>
          </a:xfrm>
          <a:prstGeom prst="roundRect">
            <a:avLst>
              <a:gd name="adj" fmla="val 5682"/>
            </a:avLst>
          </a:prstGeom>
          <a:solidFill>
            <a:srgbClr val="112030"/>
          </a:solidFill>
          <a:ln w="16510">
            <a:solidFill>
              <a:srgbClr val="FFCC00"/>
            </a:solidFill>
            <a:prstDash val="solid"/>
          </a:ln>
          <a:effectLst>
            <a:outerShdw sx="100000" sy="100000" kx="0" ky="0" algn="bl" rotWithShape="0" blurRad="279400" dist="50800" dir="16200000">
              <a:srgbClr val="FFCC00">
                <a:alpha val="25000"/>
              </a:srgbClr>
            </a:outerShdw>
          </a:effectLst>
        </p:spPr>
      </p:sp>
      <p:sp>
        <p:nvSpPr>
          <p:cNvPr id="33" name="Shape 31"/>
          <p:cNvSpPr/>
          <p:nvPr/>
        </p:nvSpPr>
        <p:spPr>
          <a:xfrm>
            <a:off x="256032" y="3264408"/>
            <a:ext cx="2057400" cy="502920"/>
          </a:xfrm>
          <a:prstGeom prst="roundRect">
            <a:avLst>
              <a:gd name="adj" fmla="val 18182"/>
            </a:avLst>
          </a:prstGeom>
          <a:solidFill>
            <a:srgbClr val="FFCC00">
              <a:alpha val="18000"/>
            </a:srgbClr>
          </a:solidFill>
          <a:ln w="12700">
            <a:solidFill>
              <a:srgbClr val="000000"/>
            </a:solidFill>
            <a:prstDash val="solid"/>
          </a:ln>
        </p:spPr>
      </p:sp>
      <p:sp>
        <p:nvSpPr>
          <p:cNvPr id="34" name="Shape 32"/>
          <p:cNvSpPr/>
          <p:nvPr/>
        </p:nvSpPr>
        <p:spPr>
          <a:xfrm>
            <a:off x="256032" y="3584448"/>
            <a:ext cx="2057400" cy="182880"/>
          </a:xfrm>
          <a:prstGeom prst="rect">
            <a:avLst/>
          </a:prstGeom>
          <a:solidFill>
            <a:srgbClr val="FFCC00">
              <a:alpha val="18000"/>
            </a:srgbClr>
          </a:solidFill>
          <a:ln w="12700">
            <a:solidFill>
              <a:srgbClr val="000000"/>
            </a:solidFill>
            <a:prstDash val="solid"/>
          </a:ln>
        </p:spPr>
      </p:sp>
      <p:sp>
        <p:nvSpPr>
          <p:cNvPr id="35" name="Text 33"/>
          <p:cNvSpPr/>
          <p:nvPr/>
        </p:nvSpPr>
        <p:spPr>
          <a:xfrm>
            <a:off x="256032" y="3291840"/>
            <a:ext cx="2057400" cy="475488"/>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36" name="Text 34"/>
          <p:cNvSpPr/>
          <p:nvPr/>
        </p:nvSpPr>
        <p:spPr>
          <a:xfrm>
            <a:off x="347472" y="3813048"/>
            <a:ext cx="1901952" cy="274320"/>
          </a:xfrm>
          <a:prstGeom prst="rect">
            <a:avLst/>
          </a:prstGeom>
          <a:noFill/>
          <a:ln/>
        </p:spPr>
        <p:txBody>
          <a:bodyPr wrap="square" lIns="0" tIns="0" rIns="0" bIns="0" rtlCol="0" anchor="ctr"/>
          <a:lstStyle/>
          <a:p>
            <a:pPr indent="0" marL="0">
              <a:buNone/>
            </a:pPr>
            <a:r>
              <a:rPr lang="en-US" sz="1150" b="1" dirty="0">
                <a:solidFill>
                  <a:srgbClr val="FFCC00"/>
                </a:solidFill>
                <a:latin typeface="Calibri" pitchFamily="34" charset="0"/>
                <a:ea typeface="Calibri" pitchFamily="34" charset="-122"/>
                <a:cs typeface="Calibri" pitchFamily="34" charset="-120"/>
              </a:rPr>
              <a:t>AI Support Agent</a:t>
            </a:r>
            <a:endParaRPr lang="en-US" sz="1150" dirty="0"/>
          </a:p>
        </p:txBody>
      </p:sp>
      <p:sp>
        <p:nvSpPr>
          <p:cNvPr id="37" name="Text 35"/>
          <p:cNvSpPr/>
          <p:nvPr/>
        </p:nvSpPr>
        <p:spPr>
          <a:xfrm>
            <a:off x="347472" y="4114800"/>
            <a:ext cx="1901952" cy="640080"/>
          </a:xfrm>
          <a:prstGeom prst="rect">
            <a:avLst/>
          </a:prstGeom>
          <a:noFill/>
          <a:ln/>
        </p:spPr>
        <p:txBody>
          <a:bodyPr wrap="square" lIns="0" tIns="0" rIns="0" bIns="0" rtlCol="0" anchor="ctr"/>
          <a:lstStyle/>
          <a:p>
            <a:pPr indent="0" marL="0">
              <a:buNone/>
            </a:pPr>
            <a:r>
              <a:rPr lang="en-US" sz="900" dirty="0">
                <a:solidFill>
                  <a:srgbClr val="3D6080"/>
                </a:solidFill>
                <a:latin typeface="Calibri" pitchFamily="34" charset="0"/>
                <a:ea typeface="Calibri" pitchFamily="34" charset="-122"/>
                <a:cs typeface="Calibri" pitchFamily="34" charset="-120"/>
              </a:rPr>
              <a:t>Hindi + English</a:t>
            </a:r>
            <a:endParaRPr lang="en-US" sz="900" dirty="0"/>
          </a:p>
          <a:p>
            <a:pPr indent="0" marL="0">
              <a:buNone/>
            </a:pPr>
            <a:r>
              <a:rPr lang="en-US" sz="900" dirty="0">
                <a:solidFill>
                  <a:srgbClr val="3D6080"/>
                </a:solidFill>
                <a:latin typeface="Calibri" pitchFamily="34" charset="0"/>
                <a:ea typeface="Calibri" pitchFamily="34" charset="-122"/>
                <a:cs typeface="Calibri" pitchFamily="34" charset="-120"/>
              </a:rPr>
              <a:t>1-second response</a:t>
            </a:r>
            <a:endParaRPr lang="en-US" sz="900" dirty="0"/>
          </a:p>
        </p:txBody>
      </p:sp>
      <p:sp>
        <p:nvSpPr>
          <p:cNvPr id="38" name="Shape 36"/>
          <p:cNvSpPr/>
          <p:nvPr/>
        </p:nvSpPr>
        <p:spPr>
          <a:xfrm>
            <a:off x="2450592" y="3264408"/>
            <a:ext cx="2057400" cy="1609344"/>
          </a:xfrm>
          <a:prstGeom prst="roundRect">
            <a:avLst>
              <a:gd name="adj" fmla="val 5682"/>
            </a:avLst>
          </a:prstGeom>
          <a:solidFill>
            <a:srgbClr val="112030"/>
          </a:solidFill>
          <a:ln w="16510">
            <a:solidFill>
              <a:srgbClr val="00FF88"/>
            </a:solidFill>
            <a:prstDash val="solid"/>
          </a:ln>
          <a:effectLst>
            <a:outerShdw sx="100000" sy="100000" kx="0" ky="0" algn="bl" rotWithShape="0" blurRad="279400" dist="50800" dir="16200000">
              <a:srgbClr val="00FF88">
                <a:alpha val="25000"/>
              </a:srgbClr>
            </a:outerShdw>
          </a:effectLst>
        </p:spPr>
      </p:sp>
      <p:sp>
        <p:nvSpPr>
          <p:cNvPr id="39" name="Shape 37"/>
          <p:cNvSpPr/>
          <p:nvPr/>
        </p:nvSpPr>
        <p:spPr>
          <a:xfrm>
            <a:off x="2450592" y="3264408"/>
            <a:ext cx="2057400" cy="502920"/>
          </a:xfrm>
          <a:prstGeom prst="roundRect">
            <a:avLst>
              <a:gd name="adj" fmla="val 18182"/>
            </a:avLst>
          </a:prstGeom>
          <a:solidFill>
            <a:srgbClr val="00FF88">
              <a:alpha val="18000"/>
            </a:srgbClr>
          </a:solidFill>
          <a:ln w="12700">
            <a:solidFill>
              <a:srgbClr val="000000"/>
            </a:solidFill>
            <a:prstDash val="solid"/>
          </a:ln>
        </p:spPr>
      </p:sp>
      <p:sp>
        <p:nvSpPr>
          <p:cNvPr id="40" name="Shape 38"/>
          <p:cNvSpPr/>
          <p:nvPr/>
        </p:nvSpPr>
        <p:spPr>
          <a:xfrm>
            <a:off x="2450592" y="3584448"/>
            <a:ext cx="2057400" cy="182880"/>
          </a:xfrm>
          <a:prstGeom prst="rect">
            <a:avLst/>
          </a:prstGeom>
          <a:solidFill>
            <a:srgbClr val="00FF88">
              <a:alpha val="18000"/>
            </a:srgbClr>
          </a:solidFill>
          <a:ln w="12700">
            <a:solidFill>
              <a:srgbClr val="000000"/>
            </a:solidFill>
            <a:prstDash val="solid"/>
          </a:ln>
        </p:spPr>
      </p:sp>
      <p:sp>
        <p:nvSpPr>
          <p:cNvPr id="41" name="Text 39"/>
          <p:cNvSpPr/>
          <p:nvPr/>
        </p:nvSpPr>
        <p:spPr>
          <a:xfrm>
            <a:off x="2450592" y="3291840"/>
            <a:ext cx="2057400" cy="475488"/>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42" name="Text 40"/>
          <p:cNvSpPr/>
          <p:nvPr/>
        </p:nvSpPr>
        <p:spPr>
          <a:xfrm>
            <a:off x="2542032" y="3813048"/>
            <a:ext cx="1901952" cy="274320"/>
          </a:xfrm>
          <a:prstGeom prst="rect">
            <a:avLst/>
          </a:prstGeom>
          <a:noFill/>
          <a:ln/>
        </p:spPr>
        <p:txBody>
          <a:bodyPr wrap="square" lIns="0" tIns="0" rIns="0" bIns="0" rtlCol="0" anchor="ctr"/>
          <a:lstStyle/>
          <a:p>
            <a:pPr indent="0" marL="0">
              <a:buNone/>
            </a:pPr>
            <a:r>
              <a:rPr lang="en-US" sz="1150" b="1" dirty="0">
                <a:solidFill>
                  <a:srgbClr val="00FF88"/>
                </a:solidFill>
                <a:latin typeface="Calibri" pitchFamily="34" charset="0"/>
                <a:ea typeface="Calibri" pitchFamily="34" charset="-122"/>
                <a:cs typeface="Calibri" pitchFamily="34" charset="-120"/>
              </a:rPr>
              <a:t>PostgreSQL DB</a:t>
            </a:r>
            <a:endParaRPr lang="en-US" sz="1150" dirty="0"/>
          </a:p>
        </p:txBody>
      </p:sp>
      <p:sp>
        <p:nvSpPr>
          <p:cNvPr id="43" name="Text 41"/>
          <p:cNvSpPr/>
          <p:nvPr/>
        </p:nvSpPr>
        <p:spPr>
          <a:xfrm>
            <a:off x="2542032" y="4114800"/>
            <a:ext cx="1901952" cy="640080"/>
          </a:xfrm>
          <a:prstGeom prst="rect">
            <a:avLst/>
          </a:prstGeom>
          <a:noFill/>
          <a:ln/>
        </p:spPr>
        <p:txBody>
          <a:bodyPr wrap="square" lIns="0" tIns="0" rIns="0" bIns="0" rtlCol="0" anchor="ctr"/>
          <a:lstStyle/>
          <a:p>
            <a:pPr indent="0" marL="0">
              <a:buNone/>
            </a:pPr>
            <a:r>
              <a:rPr lang="en-US" sz="900" dirty="0">
                <a:solidFill>
                  <a:srgbClr val="3D6080"/>
                </a:solidFill>
                <a:latin typeface="Calibri" pitchFamily="34" charset="0"/>
                <a:ea typeface="Calibri" pitchFamily="34" charset="-122"/>
                <a:cs typeface="Calibri" pitchFamily="34" charset="-120"/>
              </a:rPr>
              <a:t>Permanent storage</a:t>
            </a:r>
            <a:endParaRPr lang="en-US" sz="900" dirty="0"/>
          </a:p>
          <a:p>
            <a:pPr indent="0" marL="0">
              <a:buNone/>
            </a:pPr>
            <a:r>
              <a:rPr lang="en-US" sz="900" dirty="0">
                <a:solidFill>
                  <a:srgbClr val="3D6080"/>
                </a:solidFill>
                <a:latin typeface="Calibri" pitchFamily="34" charset="0"/>
                <a:ea typeface="Calibri" pitchFamily="34" charset="-122"/>
                <a:cs typeface="Calibri" pitchFamily="34" charset="-120"/>
              </a:rPr>
              <a:t>All data saved ✅</a:t>
            </a:r>
            <a:endParaRPr lang="en-US" sz="900" dirty="0"/>
          </a:p>
        </p:txBody>
      </p:sp>
      <p:sp>
        <p:nvSpPr>
          <p:cNvPr id="44" name="Shape 42"/>
          <p:cNvSpPr/>
          <p:nvPr/>
        </p:nvSpPr>
        <p:spPr>
          <a:xfrm>
            <a:off x="4645152" y="3264408"/>
            <a:ext cx="2057400" cy="1609344"/>
          </a:xfrm>
          <a:prstGeom prst="roundRect">
            <a:avLst>
              <a:gd name="adj" fmla="val 5682"/>
            </a:avLst>
          </a:prstGeom>
          <a:solidFill>
            <a:srgbClr val="112030"/>
          </a:solidFill>
          <a:ln w="16510">
            <a:solidFill>
              <a:srgbClr val="FF2060"/>
            </a:solidFill>
            <a:prstDash val="solid"/>
          </a:ln>
          <a:effectLst>
            <a:outerShdw sx="100000" sy="100000" kx="0" ky="0" algn="bl" rotWithShape="0" blurRad="279400" dist="50800" dir="16200000">
              <a:srgbClr val="FF2060">
                <a:alpha val="25000"/>
              </a:srgbClr>
            </a:outerShdw>
          </a:effectLst>
        </p:spPr>
      </p:sp>
      <p:sp>
        <p:nvSpPr>
          <p:cNvPr id="45" name="Shape 43"/>
          <p:cNvSpPr/>
          <p:nvPr/>
        </p:nvSpPr>
        <p:spPr>
          <a:xfrm>
            <a:off x="4645152" y="3264408"/>
            <a:ext cx="2057400" cy="502920"/>
          </a:xfrm>
          <a:prstGeom prst="roundRect">
            <a:avLst>
              <a:gd name="adj" fmla="val 18182"/>
            </a:avLst>
          </a:prstGeom>
          <a:solidFill>
            <a:srgbClr val="FF2060">
              <a:alpha val="18000"/>
            </a:srgbClr>
          </a:solidFill>
          <a:ln w="12700">
            <a:solidFill>
              <a:srgbClr val="000000"/>
            </a:solidFill>
            <a:prstDash val="solid"/>
          </a:ln>
        </p:spPr>
      </p:sp>
      <p:sp>
        <p:nvSpPr>
          <p:cNvPr id="46" name="Shape 44"/>
          <p:cNvSpPr/>
          <p:nvPr/>
        </p:nvSpPr>
        <p:spPr>
          <a:xfrm>
            <a:off x="4645152" y="3584448"/>
            <a:ext cx="2057400" cy="182880"/>
          </a:xfrm>
          <a:prstGeom prst="rect">
            <a:avLst/>
          </a:prstGeom>
          <a:solidFill>
            <a:srgbClr val="FF2060">
              <a:alpha val="18000"/>
            </a:srgbClr>
          </a:solidFill>
          <a:ln w="12700">
            <a:solidFill>
              <a:srgbClr val="000000"/>
            </a:solidFill>
            <a:prstDash val="solid"/>
          </a:ln>
        </p:spPr>
      </p:sp>
      <p:sp>
        <p:nvSpPr>
          <p:cNvPr id="47" name="Text 45"/>
          <p:cNvSpPr/>
          <p:nvPr/>
        </p:nvSpPr>
        <p:spPr>
          <a:xfrm>
            <a:off x="4645152" y="3291840"/>
            <a:ext cx="2057400" cy="475488"/>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48" name="Text 46"/>
          <p:cNvSpPr/>
          <p:nvPr/>
        </p:nvSpPr>
        <p:spPr>
          <a:xfrm>
            <a:off x="4736592" y="3813048"/>
            <a:ext cx="1901952" cy="274320"/>
          </a:xfrm>
          <a:prstGeom prst="rect">
            <a:avLst/>
          </a:prstGeom>
          <a:noFill/>
          <a:ln/>
        </p:spPr>
        <p:txBody>
          <a:bodyPr wrap="square" lIns="0" tIns="0" rIns="0" bIns="0" rtlCol="0" anchor="ctr"/>
          <a:lstStyle/>
          <a:p>
            <a:pPr indent="0" marL="0">
              <a:buNone/>
            </a:pPr>
            <a:r>
              <a:rPr lang="en-US" sz="1150" b="1" dirty="0">
                <a:solidFill>
                  <a:srgbClr val="FF2060"/>
                </a:solidFill>
                <a:latin typeface="Calibri" pitchFamily="34" charset="0"/>
                <a:ea typeface="Calibri" pitchFamily="34" charset="-122"/>
                <a:cs typeface="Calibri" pitchFamily="34" charset="-120"/>
              </a:rPr>
              <a:t>Hindi Voice 🇮🇳</a:t>
            </a:r>
            <a:endParaRPr lang="en-US" sz="1150" dirty="0"/>
          </a:p>
        </p:txBody>
      </p:sp>
      <p:sp>
        <p:nvSpPr>
          <p:cNvPr id="49" name="Text 47"/>
          <p:cNvSpPr/>
          <p:nvPr/>
        </p:nvSpPr>
        <p:spPr>
          <a:xfrm>
            <a:off x="4736592" y="4114800"/>
            <a:ext cx="1901952" cy="640080"/>
          </a:xfrm>
          <a:prstGeom prst="rect">
            <a:avLst/>
          </a:prstGeom>
          <a:noFill/>
          <a:ln/>
        </p:spPr>
        <p:txBody>
          <a:bodyPr wrap="square" lIns="0" tIns="0" rIns="0" bIns="0" rtlCol="0" anchor="ctr"/>
          <a:lstStyle/>
          <a:p>
            <a:pPr indent="0" marL="0">
              <a:buNone/>
            </a:pPr>
            <a:r>
              <a:rPr lang="en-US" sz="900" dirty="0">
                <a:solidFill>
                  <a:srgbClr val="3D6080"/>
                </a:solidFill>
                <a:latin typeface="Calibri" pitchFamily="34" charset="0"/>
                <a:ea typeface="Calibri" pitchFamily="34" charset="-122"/>
                <a:cs typeface="Calibri" pitchFamily="34" charset="-120"/>
              </a:rPr>
              <a:t>Web Speech API</a:t>
            </a:r>
            <a:endParaRPr lang="en-US" sz="900" dirty="0"/>
          </a:p>
          <a:p>
            <a:pPr indent="0" marL="0">
              <a:buNone/>
            </a:pPr>
            <a:r>
              <a:rPr lang="en-US" sz="900" dirty="0">
                <a:solidFill>
                  <a:srgbClr val="3D6080"/>
                </a:solidFill>
                <a:latin typeface="Calibri" pitchFamily="34" charset="0"/>
                <a:ea typeface="Calibri" pitchFamily="34" charset="-122"/>
                <a:cs typeface="Calibri" pitchFamily="34" charset="-120"/>
              </a:rPr>
              <a:t>Speak complaint live</a:t>
            </a:r>
            <a:endParaRPr lang="en-US" sz="900" dirty="0"/>
          </a:p>
        </p:txBody>
      </p:sp>
      <p:sp>
        <p:nvSpPr>
          <p:cNvPr id="50" name="Shape 48"/>
          <p:cNvSpPr/>
          <p:nvPr/>
        </p:nvSpPr>
        <p:spPr>
          <a:xfrm>
            <a:off x="6839712" y="3264408"/>
            <a:ext cx="2057400" cy="1609344"/>
          </a:xfrm>
          <a:prstGeom prst="roundRect">
            <a:avLst>
              <a:gd name="adj" fmla="val 5682"/>
            </a:avLst>
          </a:prstGeom>
          <a:solidFill>
            <a:srgbClr val="112030"/>
          </a:solidFill>
          <a:ln w="16510">
            <a:solidFill>
              <a:srgbClr val="00FFD1"/>
            </a:solidFill>
            <a:prstDash val="solid"/>
          </a:ln>
          <a:effectLst>
            <a:outerShdw sx="100000" sy="100000" kx="0" ky="0" algn="bl" rotWithShape="0" blurRad="279400" dist="50800" dir="16200000">
              <a:srgbClr val="00FFD1">
                <a:alpha val="25000"/>
              </a:srgbClr>
            </a:outerShdw>
          </a:effectLst>
        </p:spPr>
      </p:sp>
      <p:sp>
        <p:nvSpPr>
          <p:cNvPr id="51" name="Shape 49"/>
          <p:cNvSpPr/>
          <p:nvPr/>
        </p:nvSpPr>
        <p:spPr>
          <a:xfrm>
            <a:off x="6839712" y="3264408"/>
            <a:ext cx="2057400" cy="502920"/>
          </a:xfrm>
          <a:prstGeom prst="roundRect">
            <a:avLst>
              <a:gd name="adj" fmla="val 18182"/>
            </a:avLst>
          </a:prstGeom>
          <a:solidFill>
            <a:srgbClr val="00FFD1">
              <a:alpha val="18000"/>
            </a:srgbClr>
          </a:solidFill>
          <a:ln w="12700">
            <a:solidFill>
              <a:srgbClr val="000000"/>
            </a:solidFill>
            <a:prstDash val="solid"/>
          </a:ln>
        </p:spPr>
      </p:sp>
      <p:sp>
        <p:nvSpPr>
          <p:cNvPr id="52" name="Shape 50"/>
          <p:cNvSpPr/>
          <p:nvPr/>
        </p:nvSpPr>
        <p:spPr>
          <a:xfrm>
            <a:off x="6839712" y="3584448"/>
            <a:ext cx="2057400" cy="182880"/>
          </a:xfrm>
          <a:prstGeom prst="rect">
            <a:avLst/>
          </a:prstGeom>
          <a:solidFill>
            <a:srgbClr val="00FFD1">
              <a:alpha val="18000"/>
            </a:srgbClr>
          </a:solidFill>
          <a:ln w="12700">
            <a:solidFill>
              <a:srgbClr val="000000"/>
            </a:solidFill>
            <a:prstDash val="solid"/>
          </a:ln>
        </p:spPr>
      </p:sp>
      <p:sp>
        <p:nvSpPr>
          <p:cNvPr id="53" name="Text 51"/>
          <p:cNvSpPr/>
          <p:nvPr/>
        </p:nvSpPr>
        <p:spPr>
          <a:xfrm>
            <a:off x="6839712" y="3291840"/>
            <a:ext cx="2057400" cy="475488"/>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54" name="Text 52"/>
          <p:cNvSpPr/>
          <p:nvPr/>
        </p:nvSpPr>
        <p:spPr>
          <a:xfrm>
            <a:off x="6931152" y="3813048"/>
            <a:ext cx="1901952" cy="274320"/>
          </a:xfrm>
          <a:prstGeom prst="rect">
            <a:avLst/>
          </a:prstGeom>
          <a:noFill/>
          <a:ln/>
        </p:spPr>
        <p:txBody>
          <a:bodyPr wrap="square" lIns="0" tIns="0" rIns="0" bIns="0" rtlCol="0" anchor="ctr"/>
          <a:lstStyle/>
          <a:p>
            <a:pPr indent="0" marL="0">
              <a:buNone/>
            </a:pPr>
            <a:r>
              <a:rPr lang="en-US" sz="1150" b="1" dirty="0">
                <a:solidFill>
                  <a:srgbClr val="00FFD1"/>
                </a:solidFill>
                <a:latin typeface="Calibri" pitchFamily="34" charset="0"/>
                <a:ea typeface="Calibri" pitchFamily="34" charset="-122"/>
                <a:cs typeface="Calibri" pitchFamily="34" charset="-120"/>
              </a:rPr>
              <a:t>PWA + Offline</a:t>
            </a:r>
            <a:endParaRPr lang="en-US" sz="1150" dirty="0"/>
          </a:p>
        </p:txBody>
      </p:sp>
      <p:sp>
        <p:nvSpPr>
          <p:cNvPr id="55" name="Text 53"/>
          <p:cNvSpPr/>
          <p:nvPr/>
        </p:nvSpPr>
        <p:spPr>
          <a:xfrm>
            <a:off x="6931152" y="4114800"/>
            <a:ext cx="1901952" cy="640080"/>
          </a:xfrm>
          <a:prstGeom prst="rect">
            <a:avLst/>
          </a:prstGeom>
          <a:noFill/>
          <a:ln/>
        </p:spPr>
        <p:txBody>
          <a:bodyPr wrap="square" lIns="0" tIns="0" rIns="0" bIns="0" rtlCol="0" anchor="ctr"/>
          <a:lstStyle/>
          <a:p>
            <a:pPr indent="0" marL="0">
              <a:buNone/>
            </a:pPr>
            <a:r>
              <a:rPr lang="en-US" sz="900" dirty="0">
                <a:solidFill>
                  <a:srgbClr val="3D6080"/>
                </a:solidFill>
                <a:latin typeface="Calibri" pitchFamily="34" charset="0"/>
                <a:ea typeface="Calibri" pitchFamily="34" charset="-122"/>
                <a:cs typeface="Calibri" pitchFamily="34" charset="-120"/>
              </a:rPr>
              <a:t>Install anywhere</a:t>
            </a:r>
            <a:endParaRPr lang="en-US" sz="900" dirty="0"/>
          </a:p>
          <a:p>
            <a:pPr indent="0" marL="0">
              <a:buNone/>
            </a:pPr>
            <a:r>
              <a:rPr lang="en-US" sz="900" dirty="0">
                <a:solidFill>
                  <a:srgbClr val="3D6080"/>
                </a:solidFill>
                <a:latin typeface="Calibri" pitchFamily="34" charset="0"/>
                <a:ea typeface="Calibri" pitchFamily="34" charset="-122"/>
                <a:cs typeface="Calibri" pitchFamily="34" charset="-120"/>
              </a:rPr>
              <a:t>Works without net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20C18"/>
        </a:solidFill>
      </p:bgPr>
    </p:bg>
    <p:spTree>
      <p:nvGrpSpPr>
        <p:cNvPr id="1" name=""/>
        <p:cNvGrpSpPr/>
        <p:nvPr/>
      </p:nvGrpSpPr>
      <p:grpSpPr>
        <a:xfrm>
          <a:off x="0" y="0"/>
          <a:ext cx="0" cy="0"/>
          <a:chOff x="0" y="0"/>
          <a:chExt cx="0" cy="0"/>
        </a:xfrm>
      </p:grpSpPr>
      <p:sp>
        <p:nvSpPr>
          <p:cNvPr id="2" name="Shape 0"/>
          <p:cNvSpPr/>
          <p:nvPr/>
        </p:nvSpPr>
        <p:spPr>
          <a:xfrm>
            <a:off x="-1828800" y="-914400"/>
            <a:ext cx="6400800" cy="5486400"/>
          </a:xfrm>
          <a:prstGeom prst="ellipse">
            <a:avLst/>
          </a:prstGeom>
          <a:solidFill>
            <a:srgbClr val="B040FF">
              <a:alpha val="4000"/>
            </a:srgbClr>
          </a:solidFill>
          <a:ln w="12700">
            <a:solidFill>
              <a:srgbClr val="000000"/>
            </a:solidFill>
            <a:prstDash val="solid"/>
          </a:ln>
        </p:spPr>
      </p:sp>
      <p:sp>
        <p:nvSpPr>
          <p:cNvPr id="3" name="Shape 1"/>
          <p:cNvSpPr/>
          <p:nvPr/>
        </p:nvSpPr>
        <p:spPr>
          <a:xfrm>
            <a:off x="5943600" y="2743200"/>
            <a:ext cx="5486400" cy="4572000"/>
          </a:xfrm>
          <a:prstGeom prst="ellipse">
            <a:avLst/>
          </a:prstGeom>
          <a:solidFill>
            <a:srgbClr val="00F5FF">
              <a:alpha val="4000"/>
            </a:srgbClr>
          </a:solidFill>
          <a:ln w="12700">
            <a:solidFill>
              <a:srgbClr val="000000"/>
            </a:solidFill>
            <a:prstDash val="solid"/>
          </a:ln>
        </p:spPr>
      </p:sp>
      <p:sp>
        <p:nvSpPr>
          <p:cNvPr id="4" name="Shape 2"/>
          <p:cNvSpPr/>
          <p:nvPr/>
        </p:nvSpPr>
        <p:spPr>
          <a:xfrm>
            <a:off x="2743200" y="3657600"/>
            <a:ext cx="4572000" cy="3657600"/>
          </a:xfrm>
          <a:prstGeom prst="ellipse">
            <a:avLst/>
          </a:prstGeom>
          <a:solidFill>
            <a:srgbClr val="3D8EFF">
              <a:alpha val="3000"/>
            </a:srgbClr>
          </a:solidFill>
          <a:ln w="12700">
            <a:solidFill>
              <a:srgbClr val="000000"/>
            </a:solidFill>
            <a:prstDash val="solid"/>
          </a:ln>
        </p:spPr>
      </p:sp>
      <p:sp>
        <p:nvSpPr>
          <p:cNvPr id="5" name="Text 3"/>
          <p:cNvSpPr/>
          <p:nvPr/>
        </p:nvSpPr>
        <p:spPr>
          <a:xfrm>
            <a:off x="365760" y="91440"/>
            <a:ext cx="8412480" cy="201168"/>
          </a:xfrm>
          <a:prstGeom prst="rect">
            <a:avLst/>
          </a:prstGeom>
          <a:noFill/>
          <a:ln/>
        </p:spPr>
        <p:txBody>
          <a:bodyPr wrap="square" rtlCol="0" anchor="ctr"/>
          <a:lstStyle/>
          <a:p>
            <a:pPr algn="ctr" indent="0" marL="0">
              <a:buNone/>
            </a:pPr>
            <a:r>
              <a:rPr lang="en-US" sz="750" spc="500" kern="0" dirty="0">
                <a:solidFill>
                  <a:srgbClr val="3D6080"/>
                </a:solidFill>
                <a:latin typeface="Consolas" pitchFamily="34" charset="0"/>
                <a:ea typeface="Consolas" pitchFamily="34" charset="-122"/>
                <a:cs typeface="Consolas" pitchFamily="34" charset="-120"/>
              </a:rPr>
              <a:t>HOW IT WORKS</a:t>
            </a:r>
            <a:endParaRPr lang="en-US" sz="750" dirty="0"/>
          </a:p>
        </p:txBody>
      </p:sp>
      <p:sp>
        <p:nvSpPr>
          <p:cNvPr id="6" name="Text 4"/>
          <p:cNvSpPr/>
          <p:nvPr/>
        </p:nvSpPr>
        <p:spPr>
          <a:xfrm>
            <a:off x="365760" y="292608"/>
            <a:ext cx="8412480" cy="621792"/>
          </a:xfrm>
          <a:prstGeom prst="rect">
            <a:avLst/>
          </a:prstGeom>
          <a:noFill/>
          <a:ln/>
        </p:spPr>
        <p:txBody>
          <a:bodyPr wrap="square" rtlCol="0" anchor="ctr"/>
          <a:lstStyle/>
          <a:p>
            <a:pPr algn="ctr" indent="0" marL="0">
              <a:buNone/>
            </a:pPr>
            <a:r>
              <a:rPr lang="en-US" sz="4000" b="1" dirty="0">
                <a:solidFill>
                  <a:srgbClr val="EEF6FF"/>
                </a:solidFill>
                <a:latin typeface="Calibri" pitchFamily="34" charset="0"/>
                <a:ea typeface="Calibri" pitchFamily="34" charset="-122"/>
                <a:cs typeface="Calibri" pitchFamily="34" charset="-120"/>
              </a:rPr>
              <a:t>Complaint to Resolution</a:t>
            </a:r>
            <a:endParaRPr lang="en-US" sz="4000" dirty="0"/>
          </a:p>
        </p:txBody>
      </p:sp>
      <p:sp>
        <p:nvSpPr>
          <p:cNvPr id="7" name="Text 5"/>
          <p:cNvSpPr/>
          <p:nvPr/>
        </p:nvSpPr>
        <p:spPr>
          <a:xfrm>
            <a:off x="365760" y="896112"/>
            <a:ext cx="8412480" cy="237744"/>
          </a:xfrm>
          <a:prstGeom prst="rect">
            <a:avLst/>
          </a:prstGeom>
          <a:noFill/>
          <a:ln/>
        </p:spPr>
        <p:txBody>
          <a:bodyPr wrap="square" rtlCol="0" anchor="ctr"/>
          <a:lstStyle/>
          <a:p>
            <a:pPr algn="ctr" indent="0" marL="0">
              <a:buNone/>
            </a:pPr>
            <a:r>
              <a:rPr lang="en-US" sz="1200" i="1" dirty="0">
                <a:solidFill>
                  <a:srgbClr val="3D6080"/>
                </a:solidFill>
                <a:latin typeface="Calibri" pitchFamily="34" charset="0"/>
                <a:ea typeface="Calibri" pitchFamily="34" charset="-122"/>
                <a:cs typeface="Calibri" pitchFamily="34" charset="-120"/>
              </a:rPr>
              <a:t>6 automated steps · Zero manual intervention · Real-time blockchain</a:t>
            </a:r>
            <a:endParaRPr lang="en-US" sz="1200" dirty="0"/>
          </a:p>
        </p:txBody>
      </p:sp>
      <p:sp>
        <p:nvSpPr>
          <p:cNvPr id="8" name="Shape 6"/>
          <p:cNvSpPr/>
          <p:nvPr/>
        </p:nvSpPr>
        <p:spPr>
          <a:xfrm>
            <a:off x="585216" y="1243584"/>
            <a:ext cx="566928" cy="566928"/>
          </a:xfrm>
          <a:prstGeom prst="ellipse">
            <a:avLst/>
          </a:prstGeom>
          <a:solidFill>
            <a:srgbClr val="3D8EFF"/>
          </a:solidFill>
          <a:ln w="12700">
            <a:solidFill>
              <a:srgbClr val="000000"/>
            </a:solidFill>
            <a:prstDash val="solid"/>
          </a:ln>
          <a:effectLst>
            <a:outerShdw sx="100000" sy="100000" kx="0" ky="0" algn="bl" rotWithShape="0" blurRad="279400" dist="50800" dir="16200000">
              <a:srgbClr val="3D8EFF">
                <a:alpha val="60000"/>
              </a:srgbClr>
            </a:outerShdw>
          </a:effectLst>
        </p:spPr>
      </p:sp>
      <p:sp>
        <p:nvSpPr>
          <p:cNvPr id="9" name="Text 7"/>
          <p:cNvSpPr/>
          <p:nvPr/>
        </p:nvSpPr>
        <p:spPr>
          <a:xfrm>
            <a:off x="585216" y="1243584"/>
            <a:ext cx="566928" cy="566928"/>
          </a:xfrm>
          <a:prstGeom prst="rect">
            <a:avLst/>
          </a:prstGeom>
          <a:noFill/>
          <a:ln/>
        </p:spPr>
        <p:txBody>
          <a:bodyPr wrap="square" lIns="0" tIns="0" rIns="0" bIns="0" rtlCol="0" anchor="ctr"/>
          <a:lstStyle/>
          <a:p>
            <a:pPr algn="ctr" indent="0" marL="0">
              <a:buNone/>
            </a:pPr>
            <a:r>
              <a:rPr lang="en-US" sz="1700" b="1" dirty="0">
                <a:solidFill>
                  <a:srgbClr val="000000"/>
                </a:solidFill>
                <a:latin typeface="Consolas" pitchFamily="34" charset="0"/>
                <a:ea typeface="Consolas" pitchFamily="34" charset="-122"/>
                <a:cs typeface="Consolas" pitchFamily="34" charset="-120"/>
              </a:rPr>
              <a:t>1</a:t>
            </a:r>
            <a:endParaRPr lang="en-US" sz="1700" dirty="0"/>
          </a:p>
        </p:txBody>
      </p:sp>
      <p:sp>
        <p:nvSpPr>
          <p:cNvPr id="10" name="Shape 8"/>
          <p:cNvSpPr/>
          <p:nvPr/>
        </p:nvSpPr>
        <p:spPr>
          <a:xfrm>
            <a:off x="1527048" y="1499616"/>
            <a:ext cx="292608" cy="32004"/>
          </a:xfrm>
          <a:prstGeom prst="rect">
            <a:avLst/>
          </a:prstGeom>
          <a:solidFill>
            <a:srgbClr val="3D8EFF">
              <a:alpha val="50000"/>
            </a:srgbClr>
          </a:solidFill>
          <a:ln w="12700">
            <a:solidFill>
              <a:srgbClr val="000000"/>
            </a:solidFill>
            <a:prstDash val="solid"/>
          </a:ln>
        </p:spPr>
      </p:sp>
      <p:sp>
        <p:nvSpPr>
          <p:cNvPr id="11" name="Shape 9"/>
          <p:cNvSpPr/>
          <p:nvPr/>
        </p:nvSpPr>
        <p:spPr>
          <a:xfrm>
            <a:off x="1783080" y="1435608"/>
            <a:ext cx="73152" cy="182880"/>
          </a:xfrm>
          <a:prstGeom prst="rtTriangle">
            <a:avLst/>
          </a:prstGeom>
          <a:solidFill>
            <a:srgbClr val="3D8EFF">
              <a:alpha val="50000"/>
            </a:srgbClr>
          </a:solidFill>
          <a:ln w="12700">
            <a:solidFill>
              <a:srgbClr val="000000"/>
            </a:solidFill>
            <a:prstDash val="solid"/>
          </a:ln>
        </p:spPr>
      </p:sp>
      <p:sp>
        <p:nvSpPr>
          <p:cNvPr id="12" name="Shape 10"/>
          <p:cNvSpPr/>
          <p:nvPr/>
        </p:nvSpPr>
        <p:spPr>
          <a:xfrm>
            <a:off x="201168" y="1920240"/>
            <a:ext cx="1417320" cy="2852928"/>
          </a:xfrm>
          <a:prstGeom prst="roundRect">
            <a:avLst>
              <a:gd name="adj" fmla="val 5161"/>
            </a:avLst>
          </a:prstGeom>
          <a:solidFill>
            <a:srgbClr val="112030"/>
          </a:solidFill>
          <a:ln w="15240">
            <a:solidFill>
              <a:srgbClr val="3D8EFF"/>
            </a:solidFill>
            <a:prstDash val="solid"/>
          </a:ln>
          <a:effectLst>
            <a:outerShdw sx="100000" sy="100000" kx="0" ky="0" algn="bl" rotWithShape="0" blurRad="177800" dist="76200" dir="8400000">
              <a:srgbClr val="000000">
                <a:alpha val="55000"/>
              </a:srgbClr>
            </a:outerShdw>
          </a:effectLst>
        </p:spPr>
      </p:sp>
      <p:sp>
        <p:nvSpPr>
          <p:cNvPr id="13" name="Shape 11"/>
          <p:cNvSpPr/>
          <p:nvPr/>
        </p:nvSpPr>
        <p:spPr>
          <a:xfrm>
            <a:off x="201168" y="1920240"/>
            <a:ext cx="1417320" cy="548640"/>
          </a:xfrm>
          <a:prstGeom prst="roundRect">
            <a:avLst>
              <a:gd name="adj" fmla="val 13333"/>
            </a:avLst>
          </a:prstGeom>
          <a:solidFill>
            <a:srgbClr val="3D8EFF">
              <a:alpha val="20000"/>
            </a:srgbClr>
          </a:solidFill>
          <a:ln w="12700">
            <a:solidFill>
              <a:srgbClr val="000000"/>
            </a:solidFill>
            <a:prstDash val="solid"/>
          </a:ln>
        </p:spPr>
      </p:sp>
      <p:sp>
        <p:nvSpPr>
          <p:cNvPr id="14" name="Shape 12"/>
          <p:cNvSpPr/>
          <p:nvPr/>
        </p:nvSpPr>
        <p:spPr>
          <a:xfrm>
            <a:off x="201168" y="2240280"/>
            <a:ext cx="1417320" cy="228600"/>
          </a:xfrm>
          <a:prstGeom prst="rect">
            <a:avLst/>
          </a:prstGeom>
          <a:solidFill>
            <a:srgbClr val="3D8EFF">
              <a:alpha val="20000"/>
            </a:srgbClr>
          </a:solidFill>
          <a:ln w="12700">
            <a:solidFill>
              <a:srgbClr val="000000"/>
            </a:solidFill>
            <a:prstDash val="solid"/>
          </a:ln>
        </p:spPr>
      </p:sp>
      <p:sp>
        <p:nvSpPr>
          <p:cNvPr id="15" name="Text 13"/>
          <p:cNvSpPr/>
          <p:nvPr/>
        </p:nvSpPr>
        <p:spPr>
          <a:xfrm>
            <a:off x="201168" y="1920240"/>
            <a:ext cx="141732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6" name="Text 14"/>
          <p:cNvSpPr/>
          <p:nvPr/>
        </p:nvSpPr>
        <p:spPr>
          <a:xfrm>
            <a:off x="274320" y="2514600"/>
            <a:ext cx="1280160" cy="274320"/>
          </a:xfrm>
          <a:prstGeom prst="rect">
            <a:avLst/>
          </a:prstGeom>
          <a:noFill/>
          <a:ln/>
        </p:spPr>
        <p:txBody>
          <a:bodyPr wrap="square" lIns="0" tIns="0" rIns="0" bIns="0" rtlCol="0" anchor="ctr"/>
          <a:lstStyle/>
          <a:p>
            <a:pPr indent="0" marL="0">
              <a:buNone/>
            </a:pPr>
            <a:r>
              <a:rPr lang="en-US" sz="1150" b="1" dirty="0">
                <a:solidFill>
                  <a:srgbClr val="3D8EFF"/>
                </a:solidFill>
                <a:latin typeface="Calibri" pitchFamily="34" charset="0"/>
                <a:ea typeface="Calibri" pitchFamily="34" charset="-122"/>
                <a:cs typeface="Calibri" pitchFamily="34" charset="-120"/>
              </a:rPr>
              <a:t>Register</a:t>
            </a:r>
            <a:endParaRPr lang="en-US" sz="1150" dirty="0"/>
          </a:p>
        </p:txBody>
      </p:sp>
      <p:sp>
        <p:nvSpPr>
          <p:cNvPr id="17" name="Text 15"/>
          <p:cNvSpPr/>
          <p:nvPr/>
        </p:nvSpPr>
        <p:spPr>
          <a:xfrm>
            <a:off x="274320" y="2834640"/>
            <a:ext cx="1280160" cy="822960"/>
          </a:xfrm>
          <a:prstGeom prst="rect">
            <a:avLst/>
          </a:prstGeom>
          <a:noFill/>
          <a:ln/>
        </p:spPr>
        <p:txBody>
          <a:bodyPr wrap="square" lIns="0" tIns="0" rIns="0" bIns="0" rtlCol="0" anchor="ctr"/>
          <a:lstStyle/>
          <a:p>
            <a:pPr indent="0" marL="0">
              <a:buNone/>
            </a:pPr>
            <a:r>
              <a:rPr lang="en-US" sz="920" dirty="0">
                <a:solidFill>
                  <a:srgbClr val="3D6080"/>
                </a:solidFill>
                <a:latin typeface="Calibri" pitchFamily="34" charset="0"/>
                <a:ea typeface="Calibri" pitchFamily="34" charset="-122"/>
                <a:cs typeface="Calibri" pitchFamily="34" charset="-120"/>
              </a:rPr>
              <a:t>Mobile OTP</a:t>
            </a:r>
            <a:endParaRPr lang="en-US" sz="920" dirty="0"/>
          </a:p>
          <a:p>
            <a:pPr indent="0" marL="0">
              <a:buNone/>
            </a:pPr>
            <a:r>
              <a:rPr lang="en-US" sz="920" dirty="0">
                <a:solidFill>
                  <a:srgbClr val="3D6080"/>
                </a:solidFill>
                <a:latin typeface="Calibri" pitchFamily="34" charset="0"/>
                <a:ea typeface="Calibri" pitchFamily="34" charset="-122"/>
                <a:cs typeface="Calibri" pitchFamily="34" charset="-120"/>
              </a:rPr>
              <a:t>verified</a:t>
            </a:r>
            <a:endParaRPr lang="en-US" sz="920" dirty="0"/>
          </a:p>
        </p:txBody>
      </p:sp>
      <p:sp>
        <p:nvSpPr>
          <p:cNvPr id="18" name="Shape 16"/>
          <p:cNvSpPr/>
          <p:nvPr/>
        </p:nvSpPr>
        <p:spPr>
          <a:xfrm>
            <a:off x="201168" y="4069080"/>
            <a:ext cx="1417320" cy="658368"/>
          </a:xfrm>
          <a:prstGeom prst="rect">
            <a:avLst/>
          </a:prstGeom>
          <a:solidFill>
            <a:srgbClr val="010810"/>
          </a:solidFill>
          <a:ln w="7620">
            <a:solidFill>
              <a:srgbClr val="3D8EFF"/>
            </a:solidFill>
            <a:prstDash val="solid"/>
          </a:ln>
        </p:spPr>
      </p:sp>
      <p:sp>
        <p:nvSpPr>
          <p:cNvPr id="19" name="Text 17"/>
          <p:cNvSpPr/>
          <p:nvPr/>
        </p:nvSpPr>
        <p:spPr>
          <a:xfrm>
            <a:off x="201168" y="4069080"/>
            <a:ext cx="1417320" cy="658368"/>
          </a:xfrm>
          <a:prstGeom prst="rect">
            <a:avLst/>
          </a:prstGeom>
          <a:noFill/>
          <a:ln/>
        </p:spPr>
        <p:txBody>
          <a:bodyPr wrap="square" rtlCol="0" anchor="ctr"/>
          <a:lstStyle/>
          <a:p>
            <a:pPr algn="ctr" indent="0" marL="0">
              <a:buNone/>
            </a:pPr>
            <a:r>
              <a:rPr lang="en-US" sz="1200" b="1" dirty="0">
                <a:solidFill>
                  <a:srgbClr val="3D8EFF"/>
                </a:solidFill>
                <a:latin typeface="Consolas" pitchFamily="34" charset="0"/>
                <a:ea typeface="Consolas" pitchFamily="34" charset="-122"/>
                <a:cs typeface="Consolas" pitchFamily="34" charset="-120"/>
              </a:rPr>
              <a:t>OTP✓</a:t>
            </a:r>
            <a:endParaRPr lang="en-US" sz="1200" dirty="0"/>
          </a:p>
        </p:txBody>
      </p:sp>
      <p:sp>
        <p:nvSpPr>
          <p:cNvPr id="20" name="Shape 18"/>
          <p:cNvSpPr/>
          <p:nvPr/>
        </p:nvSpPr>
        <p:spPr>
          <a:xfrm>
            <a:off x="2066544" y="1243584"/>
            <a:ext cx="566928" cy="566928"/>
          </a:xfrm>
          <a:prstGeom prst="ellipse">
            <a:avLst/>
          </a:prstGeom>
          <a:solidFill>
            <a:srgbClr val="B040FF"/>
          </a:solidFill>
          <a:ln w="12700">
            <a:solidFill>
              <a:srgbClr val="000000"/>
            </a:solidFill>
            <a:prstDash val="solid"/>
          </a:ln>
          <a:effectLst>
            <a:outerShdw sx="100000" sy="100000" kx="0" ky="0" algn="bl" rotWithShape="0" blurRad="279400" dist="50800" dir="16200000">
              <a:srgbClr val="B040FF">
                <a:alpha val="60000"/>
              </a:srgbClr>
            </a:outerShdw>
          </a:effectLst>
        </p:spPr>
      </p:sp>
      <p:sp>
        <p:nvSpPr>
          <p:cNvPr id="21" name="Text 19"/>
          <p:cNvSpPr/>
          <p:nvPr/>
        </p:nvSpPr>
        <p:spPr>
          <a:xfrm>
            <a:off x="2066544" y="1243584"/>
            <a:ext cx="566928" cy="566928"/>
          </a:xfrm>
          <a:prstGeom prst="rect">
            <a:avLst/>
          </a:prstGeom>
          <a:noFill/>
          <a:ln/>
        </p:spPr>
        <p:txBody>
          <a:bodyPr wrap="square" lIns="0" tIns="0" rIns="0" bIns="0" rtlCol="0" anchor="ctr"/>
          <a:lstStyle/>
          <a:p>
            <a:pPr algn="ctr" indent="0" marL="0">
              <a:buNone/>
            </a:pPr>
            <a:r>
              <a:rPr lang="en-US" sz="1700" b="1" dirty="0">
                <a:solidFill>
                  <a:srgbClr val="000000"/>
                </a:solidFill>
                <a:latin typeface="Consolas" pitchFamily="34" charset="0"/>
                <a:ea typeface="Consolas" pitchFamily="34" charset="-122"/>
                <a:cs typeface="Consolas" pitchFamily="34" charset="-120"/>
              </a:rPr>
              <a:t>2</a:t>
            </a:r>
            <a:endParaRPr lang="en-US" sz="1700" dirty="0"/>
          </a:p>
        </p:txBody>
      </p:sp>
      <p:sp>
        <p:nvSpPr>
          <p:cNvPr id="22" name="Shape 20"/>
          <p:cNvSpPr/>
          <p:nvPr/>
        </p:nvSpPr>
        <p:spPr>
          <a:xfrm>
            <a:off x="3008376" y="1499616"/>
            <a:ext cx="292608" cy="32004"/>
          </a:xfrm>
          <a:prstGeom prst="rect">
            <a:avLst/>
          </a:prstGeom>
          <a:solidFill>
            <a:srgbClr val="B040FF">
              <a:alpha val="50000"/>
            </a:srgbClr>
          </a:solidFill>
          <a:ln w="12700">
            <a:solidFill>
              <a:srgbClr val="000000"/>
            </a:solidFill>
            <a:prstDash val="solid"/>
          </a:ln>
        </p:spPr>
      </p:sp>
      <p:sp>
        <p:nvSpPr>
          <p:cNvPr id="23" name="Shape 21"/>
          <p:cNvSpPr/>
          <p:nvPr/>
        </p:nvSpPr>
        <p:spPr>
          <a:xfrm>
            <a:off x="3264408" y="1435608"/>
            <a:ext cx="73152" cy="182880"/>
          </a:xfrm>
          <a:prstGeom prst="rtTriangle">
            <a:avLst/>
          </a:prstGeom>
          <a:solidFill>
            <a:srgbClr val="B040FF">
              <a:alpha val="50000"/>
            </a:srgbClr>
          </a:solidFill>
          <a:ln w="12700">
            <a:solidFill>
              <a:srgbClr val="000000"/>
            </a:solidFill>
            <a:prstDash val="solid"/>
          </a:ln>
        </p:spPr>
      </p:sp>
      <p:sp>
        <p:nvSpPr>
          <p:cNvPr id="24" name="Shape 22"/>
          <p:cNvSpPr/>
          <p:nvPr/>
        </p:nvSpPr>
        <p:spPr>
          <a:xfrm>
            <a:off x="1682496" y="1920240"/>
            <a:ext cx="1417320" cy="2852928"/>
          </a:xfrm>
          <a:prstGeom prst="roundRect">
            <a:avLst>
              <a:gd name="adj" fmla="val 5161"/>
            </a:avLst>
          </a:prstGeom>
          <a:solidFill>
            <a:srgbClr val="112030"/>
          </a:solidFill>
          <a:ln w="15240">
            <a:solidFill>
              <a:srgbClr val="B040FF"/>
            </a:solidFill>
            <a:prstDash val="solid"/>
          </a:ln>
          <a:effectLst>
            <a:outerShdw sx="100000" sy="100000" kx="0" ky="0" algn="bl" rotWithShape="0" blurRad="177800" dist="76200" dir="8400000">
              <a:srgbClr val="000000">
                <a:alpha val="55000"/>
              </a:srgbClr>
            </a:outerShdw>
          </a:effectLst>
        </p:spPr>
      </p:sp>
      <p:sp>
        <p:nvSpPr>
          <p:cNvPr id="25" name="Shape 23"/>
          <p:cNvSpPr/>
          <p:nvPr/>
        </p:nvSpPr>
        <p:spPr>
          <a:xfrm>
            <a:off x="1682496" y="1920240"/>
            <a:ext cx="1417320" cy="548640"/>
          </a:xfrm>
          <a:prstGeom prst="roundRect">
            <a:avLst>
              <a:gd name="adj" fmla="val 13333"/>
            </a:avLst>
          </a:prstGeom>
          <a:solidFill>
            <a:srgbClr val="B040FF">
              <a:alpha val="20000"/>
            </a:srgbClr>
          </a:solidFill>
          <a:ln w="12700">
            <a:solidFill>
              <a:srgbClr val="000000"/>
            </a:solidFill>
            <a:prstDash val="solid"/>
          </a:ln>
        </p:spPr>
      </p:sp>
      <p:sp>
        <p:nvSpPr>
          <p:cNvPr id="26" name="Shape 24"/>
          <p:cNvSpPr/>
          <p:nvPr/>
        </p:nvSpPr>
        <p:spPr>
          <a:xfrm>
            <a:off x="1682496" y="2240280"/>
            <a:ext cx="1417320" cy="228600"/>
          </a:xfrm>
          <a:prstGeom prst="rect">
            <a:avLst/>
          </a:prstGeom>
          <a:solidFill>
            <a:srgbClr val="B040FF">
              <a:alpha val="20000"/>
            </a:srgbClr>
          </a:solidFill>
          <a:ln w="12700">
            <a:solidFill>
              <a:srgbClr val="000000"/>
            </a:solidFill>
            <a:prstDash val="solid"/>
          </a:ln>
        </p:spPr>
      </p:sp>
      <p:sp>
        <p:nvSpPr>
          <p:cNvPr id="27" name="Text 25"/>
          <p:cNvSpPr/>
          <p:nvPr/>
        </p:nvSpPr>
        <p:spPr>
          <a:xfrm>
            <a:off x="1682496" y="1920240"/>
            <a:ext cx="141732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28" name="Text 26"/>
          <p:cNvSpPr/>
          <p:nvPr/>
        </p:nvSpPr>
        <p:spPr>
          <a:xfrm>
            <a:off x="1755648" y="2514600"/>
            <a:ext cx="1280160" cy="274320"/>
          </a:xfrm>
          <a:prstGeom prst="rect">
            <a:avLst/>
          </a:prstGeom>
          <a:noFill/>
          <a:ln/>
        </p:spPr>
        <p:txBody>
          <a:bodyPr wrap="square" lIns="0" tIns="0" rIns="0" bIns="0" rtlCol="0" anchor="ctr"/>
          <a:lstStyle/>
          <a:p>
            <a:pPr indent="0" marL="0">
              <a:buNone/>
            </a:pPr>
            <a:r>
              <a:rPr lang="en-US" sz="1150" b="1" dirty="0">
                <a:solidFill>
                  <a:srgbClr val="B040FF"/>
                </a:solidFill>
                <a:latin typeface="Calibri" pitchFamily="34" charset="0"/>
                <a:ea typeface="Calibri" pitchFamily="34" charset="-122"/>
                <a:cs typeface="Calibri" pitchFamily="34" charset="-120"/>
              </a:rPr>
              <a:t>Report</a:t>
            </a:r>
            <a:endParaRPr lang="en-US" sz="1150" dirty="0"/>
          </a:p>
        </p:txBody>
      </p:sp>
      <p:sp>
        <p:nvSpPr>
          <p:cNvPr id="29" name="Text 27"/>
          <p:cNvSpPr/>
          <p:nvPr/>
        </p:nvSpPr>
        <p:spPr>
          <a:xfrm>
            <a:off x="1755648" y="2834640"/>
            <a:ext cx="1280160" cy="822960"/>
          </a:xfrm>
          <a:prstGeom prst="rect">
            <a:avLst/>
          </a:prstGeom>
          <a:noFill/>
          <a:ln/>
        </p:spPr>
        <p:txBody>
          <a:bodyPr wrap="square" lIns="0" tIns="0" rIns="0" bIns="0" rtlCol="0" anchor="ctr"/>
          <a:lstStyle/>
          <a:p>
            <a:pPr indent="0" marL="0">
              <a:buNone/>
            </a:pPr>
            <a:r>
              <a:rPr lang="en-US" sz="920" dirty="0">
                <a:solidFill>
                  <a:srgbClr val="3D6080"/>
                </a:solidFill>
                <a:latin typeface="Calibri" pitchFamily="34" charset="0"/>
                <a:ea typeface="Calibri" pitchFamily="34" charset="-122"/>
                <a:cs typeface="Calibri" pitchFamily="34" charset="-120"/>
              </a:rPr>
              <a:t>Type or speak</a:t>
            </a:r>
            <a:endParaRPr lang="en-US" sz="920" dirty="0"/>
          </a:p>
          <a:p>
            <a:pPr indent="0" marL="0">
              <a:buNone/>
            </a:pPr>
            <a:r>
              <a:rPr lang="en-US" sz="920" dirty="0">
                <a:solidFill>
                  <a:srgbClr val="3D6080"/>
                </a:solidFill>
                <a:latin typeface="Calibri" pitchFamily="34" charset="0"/>
                <a:ea typeface="Calibri" pitchFamily="34" charset="-122"/>
                <a:cs typeface="Calibri" pitchFamily="34" charset="-120"/>
              </a:rPr>
              <a:t>Hindi 🎤</a:t>
            </a:r>
            <a:endParaRPr lang="en-US" sz="920" dirty="0"/>
          </a:p>
        </p:txBody>
      </p:sp>
      <p:sp>
        <p:nvSpPr>
          <p:cNvPr id="30" name="Shape 28"/>
          <p:cNvSpPr/>
          <p:nvPr/>
        </p:nvSpPr>
        <p:spPr>
          <a:xfrm>
            <a:off x="1682496" y="4069080"/>
            <a:ext cx="1417320" cy="658368"/>
          </a:xfrm>
          <a:prstGeom prst="rect">
            <a:avLst/>
          </a:prstGeom>
          <a:solidFill>
            <a:srgbClr val="010810"/>
          </a:solidFill>
          <a:ln w="7620">
            <a:solidFill>
              <a:srgbClr val="B040FF"/>
            </a:solidFill>
            <a:prstDash val="solid"/>
          </a:ln>
        </p:spPr>
      </p:sp>
      <p:sp>
        <p:nvSpPr>
          <p:cNvPr id="31" name="Text 29"/>
          <p:cNvSpPr/>
          <p:nvPr/>
        </p:nvSpPr>
        <p:spPr>
          <a:xfrm>
            <a:off x="1682496" y="4069080"/>
            <a:ext cx="1417320" cy="658368"/>
          </a:xfrm>
          <a:prstGeom prst="rect">
            <a:avLst/>
          </a:prstGeom>
          <a:noFill/>
          <a:ln/>
        </p:spPr>
        <p:txBody>
          <a:bodyPr wrap="square" rtlCol="0" anchor="ctr"/>
          <a:lstStyle/>
          <a:p>
            <a:pPr algn="ctr" indent="0" marL="0">
              <a:buNone/>
            </a:pPr>
            <a:r>
              <a:rPr lang="en-US" sz="1200" b="1" dirty="0">
                <a:solidFill>
                  <a:srgbClr val="B040FF"/>
                </a:solidFill>
                <a:latin typeface="Consolas" pitchFamily="34" charset="0"/>
                <a:ea typeface="Consolas" pitchFamily="34" charset="-122"/>
                <a:cs typeface="Consolas" pitchFamily="34" charset="-120"/>
              </a:rPr>
              <a:t>Hindi🎤</a:t>
            </a:r>
            <a:endParaRPr lang="en-US" sz="1200" dirty="0"/>
          </a:p>
        </p:txBody>
      </p:sp>
      <p:sp>
        <p:nvSpPr>
          <p:cNvPr id="32" name="Shape 30"/>
          <p:cNvSpPr/>
          <p:nvPr/>
        </p:nvSpPr>
        <p:spPr>
          <a:xfrm>
            <a:off x="3547872" y="1243584"/>
            <a:ext cx="566928" cy="566928"/>
          </a:xfrm>
          <a:prstGeom prst="ellipse">
            <a:avLst/>
          </a:prstGeom>
          <a:solidFill>
            <a:srgbClr val="00F5FF"/>
          </a:solidFill>
          <a:ln w="12700">
            <a:solidFill>
              <a:srgbClr val="000000"/>
            </a:solidFill>
            <a:prstDash val="solid"/>
          </a:ln>
          <a:effectLst>
            <a:outerShdw sx="100000" sy="100000" kx="0" ky="0" algn="bl" rotWithShape="0" blurRad="279400" dist="50800" dir="16200000">
              <a:srgbClr val="00F5FF">
                <a:alpha val="60000"/>
              </a:srgbClr>
            </a:outerShdw>
          </a:effectLst>
        </p:spPr>
      </p:sp>
      <p:sp>
        <p:nvSpPr>
          <p:cNvPr id="33" name="Text 31"/>
          <p:cNvSpPr/>
          <p:nvPr/>
        </p:nvSpPr>
        <p:spPr>
          <a:xfrm>
            <a:off x="3547872" y="1243584"/>
            <a:ext cx="566928" cy="566928"/>
          </a:xfrm>
          <a:prstGeom prst="rect">
            <a:avLst/>
          </a:prstGeom>
          <a:noFill/>
          <a:ln/>
        </p:spPr>
        <p:txBody>
          <a:bodyPr wrap="square" lIns="0" tIns="0" rIns="0" bIns="0" rtlCol="0" anchor="ctr"/>
          <a:lstStyle/>
          <a:p>
            <a:pPr algn="ctr" indent="0" marL="0">
              <a:buNone/>
            </a:pPr>
            <a:r>
              <a:rPr lang="en-US" sz="1700" b="1" dirty="0">
                <a:solidFill>
                  <a:srgbClr val="000000"/>
                </a:solidFill>
                <a:latin typeface="Consolas" pitchFamily="34" charset="0"/>
                <a:ea typeface="Consolas" pitchFamily="34" charset="-122"/>
                <a:cs typeface="Consolas" pitchFamily="34" charset="-120"/>
              </a:rPr>
              <a:t>3</a:t>
            </a:r>
            <a:endParaRPr lang="en-US" sz="1700" dirty="0"/>
          </a:p>
        </p:txBody>
      </p:sp>
      <p:sp>
        <p:nvSpPr>
          <p:cNvPr id="34" name="Shape 32"/>
          <p:cNvSpPr/>
          <p:nvPr/>
        </p:nvSpPr>
        <p:spPr>
          <a:xfrm>
            <a:off x="4489704" y="1499616"/>
            <a:ext cx="292608" cy="32004"/>
          </a:xfrm>
          <a:prstGeom prst="rect">
            <a:avLst/>
          </a:prstGeom>
          <a:solidFill>
            <a:srgbClr val="00F5FF">
              <a:alpha val="50000"/>
            </a:srgbClr>
          </a:solidFill>
          <a:ln w="12700">
            <a:solidFill>
              <a:srgbClr val="000000"/>
            </a:solidFill>
            <a:prstDash val="solid"/>
          </a:ln>
        </p:spPr>
      </p:sp>
      <p:sp>
        <p:nvSpPr>
          <p:cNvPr id="35" name="Shape 33"/>
          <p:cNvSpPr/>
          <p:nvPr/>
        </p:nvSpPr>
        <p:spPr>
          <a:xfrm>
            <a:off x="4745736" y="1435608"/>
            <a:ext cx="73152" cy="182880"/>
          </a:xfrm>
          <a:prstGeom prst="rtTriangle">
            <a:avLst/>
          </a:prstGeom>
          <a:solidFill>
            <a:srgbClr val="00F5FF">
              <a:alpha val="50000"/>
            </a:srgbClr>
          </a:solidFill>
          <a:ln w="12700">
            <a:solidFill>
              <a:srgbClr val="000000"/>
            </a:solidFill>
            <a:prstDash val="solid"/>
          </a:ln>
        </p:spPr>
      </p:sp>
      <p:sp>
        <p:nvSpPr>
          <p:cNvPr id="36" name="Shape 34"/>
          <p:cNvSpPr/>
          <p:nvPr/>
        </p:nvSpPr>
        <p:spPr>
          <a:xfrm>
            <a:off x="3163824" y="1920240"/>
            <a:ext cx="1417320" cy="2852928"/>
          </a:xfrm>
          <a:prstGeom prst="roundRect">
            <a:avLst>
              <a:gd name="adj" fmla="val 5161"/>
            </a:avLst>
          </a:prstGeom>
          <a:solidFill>
            <a:srgbClr val="112030"/>
          </a:solidFill>
          <a:ln w="15240">
            <a:solidFill>
              <a:srgbClr val="00F5FF"/>
            </a:solidFill>
            <a:prstDash val="solid"/>
          </a:ln>
          <a:effectLst>
            <a:outerShdw sx="100000" sy="100000" kx="0" ky="0" algn="bl" rotWithShape="0" blurRad="177800" dist="76200" dir="8400000">
              <a:srgbClr val="000000">
                <a:alpha val="55000"/>
              </a:srgbClr>
            </a:outerShdw>
          </a:effectLst>
        </p:spPr>
      </p:sp>
      <p:sp>
        <p:nvSpPr>
          <p:cNvPr id="37" name="Shape 35"/>
          <p:cNvSpPr/>
          <p:nvPr/>
        </p:nvSpPr>
        <p:spPr>
          <a:xfrm>
            <a:off x="3163824" y="1920240"/>
            <a:ext cx="1417320" cy="548640"/>
          </a:xfrm>
          <a:prstGeom prst="roundRect">
            <a:avLst>
              <a:gd name="adj" fmla="val 13333"/>
            </a:avLst>
          </a:prstGeom>
          <a:solidFill>
            <a:srgbClr val="00F5FF">
              <a:alpha val="20000"/>
            </a:srgbClr>
          </a:solidFill>
          <a:ln w="12700">
            <a:solidFill>
              <a:srgbClr val="000000"/>
            </a:solidFill>
            <a:prstDash val="solid"/>
          </a:ln>
        </p:spPr>
      </p:sp>
      <p:sp>
        <p:nvSpPr>
          <p:cNvPr id="38" name="Shape 36"/>
          <p:cNvSpPr/>
          <p:nvPr/>
        </p:nvSpPr>
        <p:spPr>
          <a:xfrm>
            <a:off x="3163824" y="2240280"/>
            <a:ext cx="1417320" cy="228600"/>
          </a:xfrm>
          <a:prstGeom prst="rect">
            <a:avLst/>
          </a:prstGeom>
          <a:solidFill>
            <a:srgbClr val="00F5FF">
              <a:alpha val="20000"/>
            </a:srgbClr>
          </a:solidFill>
          <a:ln w="12700">
            <a:solidFill>
              <a:srgbClr val="000000"/>
            </a:solidFill>
            <a:prstDash val="solid"/>
          </a:ln>
        </p:spPr>
      </p:sp>
      <p:sp>
        <p:nvSpPr>
          <p:cNvPr id="39" name="Text 37"/>
          <p:cNvSpPr/>
          <p:nvPr/>
        </p:nvSpPr>
        <p:spPr>
          <a:xfrm>
            <a:off x="3163824" y="1920240"/>
            <a:ext cx="141732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40" name="Text 38"/>
          <p:cNvSpPr/>
          <p:nvPr/>
        </p:nvSpPr>
        <p:spPr>
          <a:xfrm>
            <a:off x="3236976" y="2514600"/>
            <a:ext cx="1280160" cy="274320"/>
          </a:xfrm>
          <a:prstGeom prst="rect">
            <a:avLst/>
          </a:prstGeom>
          <a:noFill/>
          <a:ln/>
        </p:spPr>
        <p:txBody>
          <a:bodyPr wrap="square" lIns="0" tIns="0" rIns="0" bIns="0" rtlCol="0" anchor="ctr"/>
          <a:lstStyle/>
          <a:p>
            <a:pPr indent="0" marL="0">
              <a:buNone/>
            </a:pPr>
            <a:r>
              <a:rPr lang="en-US" sz="1150" b="1" dirty="0">
                <a:solidFill>
                  <a:srgbClr val="00F5FF"/>
                </a:solidFill>
                <a:latin typeface="Calibri" pitchFamily="34" charset="0"/>
                <a:ea typeface="Calibri" pitchFamily="34" charset="-122"/>
                <a:cs typeface="Calibri" pitchFamily="34" charset="-120"/>
              </a:rPr>
              <a:t>AI Classify</a:t>
            </a:r>
            <a:endParaRPr lang="en-US" sz="1150" dirty="0"/>
          </a:p>
        </p:txBody>
      </p:sp>
      <p:sp>
        <p:nvSpPr>
          <p:cNvPr id="41" name="Text 39"/>
          <p:cNvSpPr/>
          <p:nvPr/>
        </p:nvSpPr>
        <p:spPr>
          <a:xfrm>
            <a:off x="3236976" y="2834640"/>
            <a:ext cx="1280160" cy="822960"/>
          </a:xfrm>
          <a:prstGeom prst="rect">
            <a:avLst/>
          </a:prstGeom>
          <a:noFill/>
          <a:ln/>
        </p:spPr>
        <p:txBody>
          <a:bodyPr wrap="square" lIns="0" tIns="0" rIns="0" bIns="0" rtlCol="0" anchor="ctr"/>
          <a:lstStyle/>
          <a:p>
            <a:pPr indent="0" marL="0">
              <a:buNone/>
            </a:pPr>
            <a:r>
              <a:rPr lang="en-US" sz="920" dirty="0">
                <a:solidFill>
                  <a:srgbClr val="3D6080"/>
                </a:solidFill>
                <a:latin typeface="Calibri" pitchFamily="34" charset="0"/>
                <a:ea typeface="Calibri" pitchFamily="34" charset="-122"/>
                <a:cs typeface="Calibri" pitchFamily="34" charset="-120"/>
              </a:rPr>
              <a:t>Score + category</a:t>
            </a:r>
            <a:endParaRPr lang="en-US" sz="920" dirty="0"/>
          </a:p>
          <a:p>
            <a:pPr indent="0" marL="0">
              <a:buNone/>
            </a:pPr>
            <a:r>
              <a:rPr lang="en-US" sz="920" dirty="0">
                <a:solidFill>
                  <a:srgbClr val="3D6080"/>
                </a:solidFill>
                <a:latin typeface="Calibri" pitchFamily="34" charset="0"/>
                <a:ea typeface="Calibri" pitchFamily="34" charset="-122"/>
                <a:cs typeface="Calibri" pitchFamily="34" charset="-120"/>
              </a:rPr>
              <a:t>flagged</a:t>
            </a:r>
            <a:endParaRPr lang="en-US" sz="920" dirty="0"/>
          </a:p>
        </p:txBody>
      </p:sp>
      <p:sp>
        <p:nvSpPr>
          <p:cNvPr id="42" name="Shape 40"/>
          <p:cNvSpPr/>
          <p:nvPr/>
        </p:nvSpPr>
        <p:spPr>
          <a:xfrm>
            <a:off x="3163824" y="4069080"/>
            <a:ext cx="1417320" cy="658368"/>
          </a:xfrm>
          <a:prstGeom prst="rect">
            <a:avLst/>
          </a:prstGeom>
          <a:solidFill>
            <a:srgbClr val="010810"/>
          </a:solidFill>
          <a:ln w="7620">
            <a:solidFill>
              <a:srgbClr val="00F5FF"/>
            </a:solidFill>
            <a:prstDash val="solid"/>
          </a:ln>
        </p:spPr>
      </p:sp>
      <p:sp>
        <p:nvSpPr>
          <p:cNvPr id="43" name="Text 41"/>
          <p:cNvSpPr/>
          <p:nvPr/>
        </p:nvSpPr>
        <p:spPr>
          <a:xfrm>
            <a:off x="3163824" y="4069080"/>
            <a:ext cx="1417320" cy="658368"/>
          </a:xfrm>
          <a:prstGeom prst="rect">
            <a:avLst/>
          </a:prstGeom>
          <a:noFill/>
          <a:ln/>
        </p:spPr>
        <p:txBody>
          <a:bodyPr wrap="square" rtlCol="0" anchor="ctr"/>
          <a:lstStyle/>
          <a:p>
            <a:pPr algn="ctr" indent="0" marL="0">
              <a:buNone/>
            </a:pPr>
            <a:r>
              <a:rPr lang="en-US" sz="1200" b="1" dirty="0">
                <a:solidFill>
                  <a:srgbClr val="00F5FF"/>
                </a:solidFill>
                <a:latin typeface="Consolas" pitchFamily="34" charset="0"/>
                <a:ea typeface="Consolas" pitchFamily="34" charset="-122"/>
                <a:cs typeface="Consolas" pitchFamily="34" charset="-120"/>
              </a:rPr>
              <a:t>AI🧠</a:t>
            </a:r>
            <a:endParaRPr lang="en-US" sz="1200" dirty="0"/>
          </a:p>
        </p:txBody>
      </p:sp>
      <p:sp>
        <p:nvSpPr>
          <p:cNvPr id="44" name="Shape 42"/>
          <p:cNvSpPr/>
          <p:nvPr/>
        </p:nvSpPr>
        <p:spPr>
          <a:xfrm>
            <a:off x="5029200" y="1243584"/>
            <a:ext cx="566928" cy="566928"/>
          </a:xfrm>
          <a:prstGeom prst="ellipse">
            <a:avLst/>
          </a:prstGeom>
          <a:solidFill>
            <a:srgbClr val="00FF88"/>
          </a:solidFill>
          <a:ln w="12700">
            <a:solidFill>
              <a:srgbClr val="000000"/>
            </a:solidFill>
            <a:prstDash val="solid"/>
          </a:ln>
          <a:effectLst>
            <a:outerShdw sx="100000" sy="100000" kx="0" ky="0" algn="bl" rotWithShape="0" blurRad="279400" dist="50800" dir="16200000">
              <a:srgbClr val="00FF88">
                <a:alpha val="60000"/>
              </a:srgbClr>
            </a:outerShdw>
          </a:effectLst>
        </p:spPr>
      </p:sp>
      <p:sp>
        <p:nvSpPr>
          <p:cNvPr id="45" name="Text 43"/>
          <p:cNvSpPr/>
          <p:nvPr/>
        </p:nvSpPr>
        <p:spPr>
          <a:xfrm>
            <a:off x="5029200" y="1243584"/>
            <a:ext cx="566928" cy="566928"/>
          </a:xfrm>
          <a:prstGeom prst="rect">
            <a:avLst/>
          </a:prstGeom>
          <a:noFill/>
          <a:ln/>
        </p:spPr>
        <p:txBody>
          <a:bodyPr wrap="square" lIns="0" tIns="0" rIns="0" bIns="0" rtlCol="0" anchor="ctr"/>
          <a:lstStyle/>
          <a:p>
            <a:pPr algn="ctr" indent="0" marL="0">
              <a:buNone/>
            </a:pPr>
            <a:r>
              <a:rPr lang="en-US" sz="1700" b="1" dirty="0">
                <a:solidFill>
                  <a:srgbClr val="000000"/>
                </a:solidFill>
                <a:latin typeface="Consolas" pitchFamily="34" charset="0"/>
                <a:ea typeface="Consolas" pitchFamily="34" charset="-122"/>
                <a:cs typeface="Consolas" pitchFamily="34" charset="-120"/>
              </a:rPr>
              <a:t>4</a:t>
            </a:r>
            <a:endParaRPr lang="en-US" sz="1700" dirty="0"/>
          </a:p>
        </p:txBody>
      </p:sp>
      <p:sp>
        <p:nvSpPr>
          <p:cNvPr id="46" name="Shape 44"/>
          <p:cNvSpPr/>
          <p:nvPr/>
        </p:nvSpPr>
        <p:spPr>
          <a:xfrm>
            <a:off x="5971032" y="1499616"/>
            <a:ext cx="292608" cy="32004"/>
          </a:xfrm>
          <a:prstGeom prst="rect">
            <a:avLst/>
          </a:prstGeom>
          <a:solidFill>
            <a:srgbClr val="00FF88">
              <a:alpha val="50000"/>
            </a:srgbClr>
          </a:solidFill>
          <a:ln w="12700">
            <a:solidFill>
              <a:srgbClr val="000000"/>
            </a:solidFill>
            <a:prstDash val="solid"/>
          </a:ln>
        </p:spPr>
      </p:sp>
      <p:sp>
        <p:nvSpPr>
          <p:cNvPr id="47" name="Shape 45"/>
          <p:cNvSpPr/>
          <p:nvPr/>
        </p:nvSpPr>
        <p:spPr>
          <a:xfrm>
            <a:off x="6227064" y="1435608"/>
            <a:ext cx="73152" cy="182880"/>
          </a:xfrm>
          <a:prstGeom prst="rtTriangle">
            <a:avLst/>
          </a:prstGeom>
          <a:solidFill>
            <a:srgbClr val="00FF88">
              <a:alpha val="50000"/>
            </a:srgbClr>
          </a:solidFill>
          <a:ln w="12700">
            <a:solidFill>
              <a:srgbClr val="000000"/>
            </a:solidFill>
            <a:prstDash val="solid"/>
          </a:ln>
        </p:spPr>
      </p:sp>
      <p:sp>
        <p:nvSpPr>
          <p:cNvPr id="48" name="Shape 46"/>
          <p:cNvSpPr/>
          <p:nvPr/>
        </p:nvSpPr>
        <p:spPr>
          <a:xfrm>
            <a:off x="4645152" y="1920240"/>
            <a:ext cx="1417320" cy="2852928"/>
          </a:xfrm>
          <a:prstGeom prst="roundRect">
            <a:avLst>
              <a:gd name="adj" fmla="val 5161"/>
            </a:avLst>
          </a:prstGeom>
          <a:solidFill>
            <a:srgbClr val="112030"/>
          </a:solidFill>
          <a:ln w="15240">
            <a:solidFill>
              <a:srgbClr val="00FF88"/>
            </a:solidFill>
            <a:prstDash val="solid"/>
          </a:ln>
          <a:effectLst>
            <a:outerShdw sx="100000" sy="100000" kx="0" ky="0" algn="bl" rotWithShape="0" blurRad="177800" dist="76200" dir="8400000">
              <a:srgbClr val="000000">
                <a:alpha val="55000"/>
              </a:srgbClr>
            </a:outerShdw>
          </a:effectLst>
        </p:spPr>
      </p:sp>
      <p:sp>
        <p:nvSpPr>
          <p:cNvPr id="49" name="Shape 47"/>
          <p:cNvSpPr/>
          <p:nvPr/>
        </p:nvSpPr>
        <p:spPr>
          <a:xfrm>
            <a:off x="4645152" y="1920240"/>
            <a:ext cx="1417320" cy="548640"/>
          </a:xfrm>
          <a:prstGeom prst="roundRect">
            <a:avLst>
              <a:gd name="adj" fmla="val 13333"/>
            </a:avLst>
          </a:prstGeom>
          <a:solidFill>
            <a:srgbClr val="00FF88">
              <a:alpha val="20000"/>
            </a:srgbClr>
          </a:solidFill>
          <a:ln w="12700">
            <a:solidFill>
              <a:srgbClr val="000000"/>
            </a:solidFill>
            <a:prstDash val="solid"/>
          </a:ln>
        </p:spPr>
      </p:sp>
      <p:sp>
        <p:nvSpPr>
          <p:cNvPr id="50" name="Shape 48"/>
          <p:cNvSpPr/>
          <p:nvPr/>
        </p:nvSpPr>
        <p:spPr>
          <a:xfrm>
            <a:off x="4645152" y="2240280"/>
            <a:ext cx="1417320" cy="228600"/>
          </a:xfrm>
          <a:prstGeom prst="rect">
            <a:avLst/>
          </a:prstGeom>
          <a:solidFill>
            <a:srgbClr val="00FF88">
              <a:alpha val="20000"/>
            </a:srgbClr>
          </a:solidFill>
          <a:ln w="12700">
            <a:solidFill>
              <a:srgbClr val="000000"/>
            </a:solidFill>
            <a:prstDash val="solid"/>
          </a:ln>
        </p:spPr>
      </p:sp>
      <p:sp>
        <p:nvSpPr>
          <p:cNvPr id="51" name="Text 49"/>
          <p:cNvSpPr/>
          <p:nvPr/>
        </p:nvSpPr>
        <p:spPr>
          <a:xfrm>
            <a:off x="4645152" y="1920240"/>
            <a:ext cx="141732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52" name="Text 50"/>
          <p:cNvSpPr/>
          <p:nvPr/>
        </p:nvSpPr>
        <p:spPr>
          <a:xfrm>
            <a:off x="4718304" y="2514600"/>
            <a:ext cx="1280160" cy="274320"/>
          </a:xfrm>
          <a:prstGeom prst="rect">
            <a:avLst/>
          </a:prstGeom>
          <a:noFill/>
          <a:ln/>
        </p:spPr>
        <p:txBody>
          <a:bodyPr wrap="square" lIns="0" tIns="0" rIns="0" bIns="0" rtlCol="0" anchor="ctr"/>
          <a:lstStyle/>
          <a:p>
            <a:pPr indent="0" marL="0">
              <a:buNone/>
            </a:pPr>
            <a:r>
              <a:rPr lang="en-US" sz="1150" b="1" dirty="0">
                <a:solidFill>
                  <a:srgbClr val="00FF88"/>
                </a:solidFill>
                <a:latin typeface="Calibri" pitchFamily="34" charset="0"/>
                <a:ea typeface="Calibri" pitchFamily="34" charset="-122"/>
                <a:cs typeface="Calibri" pitchFamily="34" charset="-120"/>
              </a:rPr>
              <a:t>Blockchain</a:t>
            </a:r>
            <a:endParaRPr lang="en-US" sz="1150" dirty="0"/>
          </a:p>
        </p:txBody>
      </p:sp>
      <p:sp>
        <p:nvSpPr>
          <p:cNvPr id="53" name="Text 51"/>
          <p:cNvSpPr/>
          <p:nvPr/>
        </p:nvSpPr>
        <p:spPr>
          <a:xfrm>
            <a:off x="4718304" y="2834640"/>
            <a:ext cx="1280160" cy="822960"/>
          </a:xfrm>
          <a:prstGeom prst="rect">
            <a:avLst/>
          </a:prstGeom>
          <a:noFill/>
          <a:ln/>
        </p:spPr>
        <p:txBody>
          <a:bodyPr wrap="square" lIns="0" tIns="0" rIns="0" bIns="0" rtlCol="0" anchor="ctr"/>
          <a:lstStyle/>
          <a:p>
            <a:pPr indent="0" marL="0">
              <a:buNone/>
            </a:pPr>
            <a:r>
              <a:rPr lang="en-US" sz="920" dirty="0">
                <a:solidFill>
                  <a:srgbClr val="3D6080"/>
                </a:solidFill>
                <a:latin typeface="Calibri" pitchFamily="34" charset="0"/>
                <a:ea typeface="Calibri" pitchFamily="34" charset="-122"/>
                <a:cs typeface="Calibri" pitchFamily="34" charset="-120"/>
              </a:rPr>
              <a:t>Permanent block</a:t>
            </a:r>
            <a:endParaRPr lang="en-US" sz="920" dirty="0"/>
          </a:p>
          <a:p>
            <a:pPr indent="0" marL="0">
              <a:buNone/>
            </a:pPr>
            <a:r>
              <a:rPr lang="en-US" sz="920" dirty="0">
                <a:solidFill>
                  <a:srgbClr val="3D6080"/>
                </a:solidFill>
                <a:latin typeface="Calibri" pitchFamily="34" charset="0"/>
                <a:ea typeface="Calibri" pitchFamily="34" charset="-122"/>
                <a:cs typeface="Calibri" pitchFamily="34" charset="-120"/>
              </a:rPr>
              <a:t>created</a:t>
            </a:r>
            <a:endParaRPr lang="en-US" sz="920" dirty="0"/>
          </a:p>
        </p:txBody>
      </p:sp>
      <p:sp>
        <p:nvSpPr>
          <p:cNvPr id="54" name="Shape 52"/>
          <p:cNvSpPr/>
          <p:nvPr/>
        </p:nvSpPr>
        <p:spPr>
          <a:xfrm>
            <a:off x="4645152" y="4069080"/>
            <a:ext cx="1417320" cy="658368"/>
          </a:xfrm>
          <a:prstGeom prst="rect">
            <a:avLst/>
          </a:prstGeom>
          <a:solidFill>
            <a:srgbClr val="010810"/>
          </a:solidFill>
          <a:ln w="7620">
            <a:solidFill>
              <a:srgbClr val="00FF88"/>
            </a:solidFill>
            <a:prstDash val="solid"/>
          </a:ln>
        </p:spPr>
      </p:sp>
      <p:sp>
        <p:nvSpPr>
          <p:cNvPr id="55" name="Text 53"/>
          <p:cNvSpPr/>
          <p:nvPr/>
        </p:nvSpPr>
        <p:spPr>
          <a:xfrm>
            <a:off x="4645152" y="4069080"/>
            <a:ext cx="1417320" cy="658368"/>
          </a:xfrm>
          <a:prstGeom prst="rect">
            <a:avLst/>
          </a:prstGeom>
          <a:noFill/>
          <a:ln/>
        </p:spPr>
        <p:txBody>
          <a:bodyPr wrap="square" rtlCol="0" anchor="ctr"/>
          <a:lstStyle/>
          <a:p>
            <a:pPr algn="ctr" indent="0" marL="0">
              <a:buNone/>
            </a:pPr>
            <a:r>
              <a:rPr lang="en-US" sz="1200" b="1" dirty="0">
                <a:solidFill>
                  <a:srgbClr val="00FF88"/>
                </a:solidFill>
                <a:latin typeface="Consolas" pitchFamily="34" charset="0"/>
                <a:ea typeface="Consolas" pitchFamily="34" charset="-122"/>
                <a:cs typeface="Consolas" pitchFamily="34" charset="-120"/>
              </a:rPr>
              <a:t>Hash⛓</a:t>
            </a:r>
            <a:endParaRPr lang="en-US" sz="1200" dirty="0"/>
          </a:p>
        </p:txBody>
      </p:sp>
      <p:sp>
        <p:nvSpPr>
          <p:cNvPr id="56" name="Shape 54"/>
          <p:cNvSpPr/>
          <p:nvPr/>
        </p:nvSpPr>
        <p:spPr>
          <a:xfrm>
            <a:off x="6510528" y="1243584"/>
            <a:ext cx="566928" cy="566928"/>
          </a:xfrm>
          <a:prstGeom prst="ellipse">
            <a:avLst/>
          </a:prstGeom>
          <a:solidFill>
            <a:srgbClr val="FFCC00"/>
          </a:solidFill>
          <a:ln w="12700">
            <a:solidFill>
              <a:srgbClr val="000000"/>
            </a:solidFill>
            <a:prstDash val="solid"/>
          </a:ln>
          <a:effectLst>
            <a:outerShdw sx="100000" sy="100000" kx="0" ky="0" algn="bl" rotWithShape="0" blurRad="279400" dist="50800" dir="16200000">
              <a:srgbClr val="FFCC00">
                <a:alpha val="60000"/>
              </a:srgbClr>
            </a:outerShdw>
          </a:effectLst>
        </p:spPr>
      </p:sp>
      <p:sp>
        <p:nvSpPr>
          <p:cNvPr id="57" name="Text 55"/>
          <p:cNvSpPr/>
          <p:nvPr/>
        </p:nvSpPr>
        <p:spPr>
          <a:xfrm>
            <a:off x="6510528" y="1243584"/>
            <a:ext cx="566928" cy="566928"/>
          </a:xfrm>
          <a:prstGeom prst="rect">
            <a:avLst/>
          </a:prstGeom>
          <a:noFill/>
          <a:ln/>
        </p:spPr>
        <p:txBody>
          <a:bodyPr wrap="square" lIns="0" tIns="0" rIns="0" bIns="0" rtlCol="0" anchor="ctr"/>
          <a:lstStyle/>
          <a:p>
            <a:pPr algn="ctr" indent="0" marL="0">
              <a:buNone/>
            </a:pPr>
            <a:r>
              <a:rPr lang="en-US" sz="1700" b="1" dirty="0">
                <a:solidFill>
                  <a:srgbClr val="000000"/>
                </a:solidFill>
                <a:latin typeface="Consolas" pitchFamily="34" charset="0"/>
                <a:ea typeface="Consolas" pitchFamily="34" charset="-122"/>
                <a:cs typeface="Consolas" pitchFamily="34" charset="-120"/>
              </a:rPr>
              <a:t>5</a:t>
            </a:r>
            <a:endParaRPr lang="en-US" sz="1700" dirty="0"/>
          </a:p>
        </p:txBody>
      </p:sp>
      <p:sp>
        <p:nvSpPr>
          <p:cNvPr id="58" name="Shape 56"/>
          <p:cNvSpPr/>
          <p:nvPr/>
        </p:nvSpPr>
        <p:spPr>
          <a:xfrm>
            <a:off x="7452360" y="1499616"/>
            <a:ext cx="292608" cy="32004"/>
          </a:xfrm>
          <a:prstGeom prst="rect">
            <a:avLst/>
          </a:prstGeom>
          <a:solidFill>
            <a:srgbClr val="FFCC00">
              <a:alpha val="50000"/>
            </a:srgbClr>
          </a:solidFill>
          <a:ln w="12700">
            <a:solidFill>
              <a:srgbClr val="000000"/>
            </a:solidFill>
            <a:prstDash val="solid"/>
          </a:ln>
        </p:spPr>
      </p:sp>
      <p:sp>
        <p:nvSpPr>
          <p:cNvPr id="59" name="Shape 57"/>
          <p:cNvSpPr/>
          <p:nvPr/>
        </p:nvSpPr>
        <p:spPr>
          <a:xfrm>
            <a:off x="7708392" y="1435608"/>
            <a:ext cx="73152" cy="182880"/>
          </a:xfrm>
          <a:prstGeom prst="rtTriangle">
            <a:avLst/>
          </a:prstGeom>
          <a:solidFill>
            <a:srgbClr val="FFCC00">
              <a:alpha val="50000"/>
            </a:srgbClr>
          </a:solidFill>
          <a:ln w="12700">
            <a:solidFill>
              <a:srgbClr val="000000"/>
            </a:solidFill>
            <a:prstDash val="solid"/>
          </a:ln>
        </p:spPr>
      </p:sp>
      <p:sp>
        <p:nvSpPr>
          <p:cNvPr id="60" name="Shape 58"/>
          <p:cNvSpPr/>
          <p:nvPr/>
        </p:nvSpPr>
        <p:spPr>
          <a:xfrm>
            <a:off x="6126480" y="1920240"/>
            <a:ext cx="1417320" cy="2852928"/>
          </a:xfrm>
          <a:prstGeom prst="roundRect">
            <a:avLst>
              <a:gd name="adj" fmla="val 5161"/>
            </a:avLst>
          </a:prstGeom>
          <a:solidFill>
            <a:srgbClr val="112030"/>
          </a:solidFill>
          <a:ln w="15240">
            <a:solidFill>
              <a:srgbClr val="FFCC00"/>
            </a:solidFill>
            <a:prstDash val="solid"/>
          </a:ln>
          <a:effectLst>
            <a:outerShdw sx="100000" sy="100000" kx="0" ky="0" algn="bl" rotWithShape="0" blurRad="177800" dist="76200" dir="8400000">
              <a:srgbClr val="000000">
                <a:alpha val="55000"/>
              </a:srgbClr>
            </a:outerShdw>
          </a:effectLst>
        </p:spPr>
      </p:sp>
      <p:sp>
        <p:nvSpPr>
          <p:cNvPr id="61" name="Shape 59"/>
          <p:cNvSpPr/>
          <p:nvPr/>
        </p:nvSpPr>
        <p:spPr>
          <a:xfrm>
            <a:off x="6126480" y="1920240"/>
            <a:ext cx="1417320" cy="548640"/>
          </a:xfrm>
          <a:prstGeom prst="roundRect">
            <a:avLst>
              <a:gd name="adj" fmla="val 13333"/>
            </a:avLst>
          </a:prstGeom>
          <a:solidFill>
            <a:srgbClr val="FFCC00">
              <a:alpha val="20000"/>
            </a:srgbClr>
          </a:solidFill>
          <a:ln w="12700">
            <a:solidFill>
              <a:srgbClr val="000000"/>
            </a:solidFill>
            <a:prstDash val="solid"/>
          </a:ln>
        </p:spPr>
      </p:sp>
      <p:sp>
        <p:nvSpPr>
          <p:cNvPr id="62" name="Shape 60"/>
          <p:cNvSpPr/>
          <p:nvPr/>
        </p:nvSpPr>
        <p:spPr>
          <a:xfrm>
            <a:off x="6126480" y="2240280"/>
            <a:ext cx="1417320" cy="228600"/>
          </a:xfrm>
          <a:prstGeom prst="rect">
            <a:avLst/>
          </a:prstGeom>
          <a:solidFill>
            <a:srgbClr val="FFCC00">
              <a:alpha val="20000"/>
            </a:srgbClr>
          </a:solidFill>
          <a:ln w="12700">
            <a:solidFill>
              <a:srgbClr val="000000"/>
            </a:solidFill>
            <a:prstDash val="solid"/>
          </a:ln>
        </p:spPr>
      </p:sp>
      <p:sp>
        <p:nvSpPr>
          <p:cNvPr id="63" name="Text 61"/>
          <p:cNvSpPr/>
          <p:nvPr/>
        </p:nvSpPr>
        <p:spPr>
          <a:xfrm>
            <a:off x="6126480" y="1920240"/>
            <a:ext cx="141732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64" name="Text 62"/>
          <p:cNvSpPr/>
          <p:nvPr/>
        </p:nvSpPr>
        <p:spPr>
          <a:xfrm>
            <a:off x="6199632" y="2514600"/>
            <a:ext cx="1280160" cy="274320"/>
          </a:xfrm>
          <a:prstGeom prst="rect">
            <a:avLst/>
          </a:prstGeom>
          <a:noFill/>
          <a:ln/>
        </p:spPr>
        <p:txBody>
          <a:bodyPr wrap="square" lIns="0" tIns="0" rIns="0" bIns="0" rtlCol="0" anchor="ctr"/>
          <a:lstStyle/>
          <a:p>
            <a:pPr indent="0" marL="0">
              <a:buNone/>
            </a:pPr>
            <a:r>
              <a:rPr lang="en-US" sz="1150" b="1" dirty="0">
                <a:solidFill>
                  <a:srgbClr val="FFCC00"/>
                </a:solidFill>
                <a:latin typeface="Calibri" pitchFamily="34" charset="0"/>
                <a:ea typeface="Calibri" pitchFamily="34" charset="-122"/>
                <a:cs typeface="Calibri" pitchFamily="34" charset="-120"/>
              </a:rPr>
              <a:t>Auto-Assign</a:t>
            </a:r>
            <a:endParaRPr lang="en-US" sz="1150" dirty="0"/>
          </a:p>
        </p:txBody>
      </p:sp>
      <p:sp>
        <p:nvSpPr>
          <p:cNvPr id="65" name="Text 63"/>
          <p:cNvSpPr/>
          <p:nvPr/>
        </p:nvSpPr>
        <p:spPr>
          <a:xfrm>
            <a:off x="6199632" y="2834640"/>
            <a:ext cx="1280160" cy="822960"/>
          </a:xfrm>
          <a:prstGeom prst="rect">
            <a:avLst/>
          </a:prstGeom>
          <a:noFill/>
          <a:ln/>
        </p:spPr>
        <p:txBody>
          <a:bodyPr wrap="square" lIns="0" tIns="0" rIns="0" bIns="0" rtlCol="0" anchor="ctr"/>
          <a:lstStyle/>
          <a:p>
            <a:pPr indent="0" marL="0">
              <a:buNone/>
            </a:pPr>
            <a:r>
              <a:rPr lang="en-US" sz="920" dirty="0">
                <a:solidFill>
                  <a:srgbClr val="3D6080"/>
                </a:solidFill>
                <a:latin typeface="Calibri" pitchFamily="34" charset="0"/>
                <a:ea typeface="Calibri" pitchFamily="34" charset="-122"/>
                <a:cs typeface="Calibri" pitchFamily="34" charset="-120"/>
              </a:rPr>
              <a:t>Officer matched</a:t>
            </a:r>
            <a:endParaRPr lang="en-US" sz="920" dirty="0"/>
          </a:p>
          <a:p>
            <a:pPr indent="0" marL="0">
              <a:buNone/>
            </a:pPr>
            <a:r>
              <a:rPr lang="en-US" sz="920" dirty="0">
                <a:solidFill>
                  <a:srgbClr val="3D6080"/>
                </a:solidFill>
                <a:latin typeface="Calibri" pitchFamily="34" charset="0"/>
                <a:ea typeface="Calibri" pitchFamily="34" charset="-122"/>
                <a:cs typeface="Calibri" pitchFamily="34" charset="-120"/>
              </a:rPr>
              <a:t>auto</a:t>
            </a:r>
            <a:endParaRPr lang="en-US" sz="920" dirty="0"/>
          </a:p>
        </p:txBody>
      </p:sp>
      <p:sp>
        <p:nvSpPr>
          <p:cNvPr id="66" name="Shape 64"/>
          <p:cNvSpPr/>
          <p:nvPr/>
        </p:nvSpPr>
        <p:spPr>
          <a:xfrm>
            <a:off x="6126480" y="4069080"/>
            <a:ext cx="1417320" cy="658368"/>
          </a:xfrm>
          <a:prstGeom prst="rect">
            <a:avLst/>
          </a:prstGeom>
          <a:solidFill>
            <a:srgbClr val="010810"/>
          </a:solidFill>
          <a:ln w="7620">
            <a:solidFill>
              <a:srgbClr val="FFCC00"/>
            </a:solidFill>
            <a:prstDash val="solid"/>
          </a:ln>
        </p:spPr>
      </p:sp>
      <p:sp>
        <p:nvSpPr>
          <p:cNvPr id="67" name="Text 65"/>
          <p:cNvSpPr/>
          <p:nvPr/>
        </p:nvSpPr>
        <p:spPr>
          <a:xfrm>
            <a:off x="6126480" y="4069080"/>
            <a:ext cx="1417320" cy="658368"/>
          </a:xfrm>
          <a:prstGeom prst="rect">
            <a:avLst/>
          </a:prstGeom>
          <a:noFill/>
          <a:ln/>
        </p:spPr>
        <p:txBody>
          <a:bodyPr wrap="square" rtlCol="0" anchor="ctr"/>
          <a:lstStyle/>
          <a:p>
            <a:pPr algn="ctr" indent="0" marL="0">
              <a:buNone/>
            </a:pPr>
            <a:r>
              <a:rPr lang="en-US" sz="1200" b="1" dirty="0">
                <a:solidFill>
                  <a:srgbClr val="FFCC00"/>
                </a:solidFill>
                <a:latin typeface="Consolas" pitchFamily="34" charset="0"/>
                <a:ea typeface="Consolas" pitchFamily="34" charset="-122"/>
                <a:cs typeface="Consolas" pitchFamily="34" charset="-120"/>
              </a:rPr>
              <a:t>Auto👮</a:t>
            </a:r>
            <a:endParaRPr lang="en-US" sz="1200" dirty="0"/>
          </a:p>
        </p:txBody>
      </p:sp>
      <p:sp>
        <p:nvSpPr>
          <p:cNvPr id="68" name="Shape 66"/>
          <p:cNvSpPr/>
          <p:nvPr/>
        </p:nvSpPr>
        <p:spPr>
          <a:xfrm>
            <a:off x="7991856" y="1243584"/>
            <a:ext cx="566928" cy="566928"/>
          </a:xfrm>
          <a:prstGeom prst="ellipse">
            <a:avLst/>
          </a:prstGeom>
          <a:solidFill>
            <a:srgbClr val="00FFD1"/>
          </a:solidFill>
          <a:ln w="12700">
            <a:solidFill>
              <a:srgbClr val="000000"/>
            </a:solidFill>
            <a:prstDash val="solid"/>
          </a:ln>
          <a:effectLst>
            <a:outerShdw sx="100000" sy="100000" kx="0" ky="0" algn="bl" rotWithShape="0" blurRad="279400" dist="50800" dir="16200000">
              <a:srgbClr val="00FFD1">
                <a:alpha val="60000"/>
              </a:srgbClr>
            </a:outerShdw>
          </a:effectLst>
        </p:spPr>
      </p:sp>
      <p:sp>
        <p:nvSpPr>
          <p:cNvPr id="69" name="Text 67"/>
          <p:cNvSpPr/>
          <p:nvPr/>
        </p:nvSpPr>
        <p:spPr>
          <a:xfrm>
            <a:off x="7991856" y="1243584"/>
            <a:ext cx="566928" cy="566928"/>
          </a:xfrm>
          <a:prstGeom prst="rect">
            <a:avLst/>
          </a:prstGeom>
          <a:noFill/>
          <a:ln/>
        </p:spPr>
        <p:txBody>
          <a:bodyPr wrap="square" lIns="0" tIns="0" rIns="0" bIns="0" rtlCol="0" anchor="ctr"/>
          <a:lstStyle/>
          <a:p>
            <a:pPr algn="ctr" indent="0" marL="0">
              <a:buNone/>
            </a:pPr>
            <a:r>
              <a:rPr lang="en-US" sz="1700" b="1" dirty="0">
                <a:solidFill>
                  <a:srgbClr val="000000"/>
                </a:solidFill>
                <a:latin typeface="Consolas" pitchFamily="34" charset="0"/>
                <a:ea typeface="Consolas" pitchFamily="34" charset="-122"/>
                <a:cs typeface="Consolas" pitchFamily="34" charset="-120"/>
              </a:rPr>
              <a:t>6</a:t>
            </a:r>
            <a:endParaRPr lang="en-US" sz="1700" dirty="0"/>
          </a:p>
        </p:txBody>
      </p:sp>
      <p:sp>
        <p:nvSpPr>
          <p:cNvPr id="70" name="Shape 68"/>
          <p:cNvSpPr/>
          <p:nvPr/>
        </p:nvSpPr>
        <p:spPr>
          <a:xfrm>
            <a:off x="7607808" y="1920240"/>
            <a:ext cx="1417320" cy="2852928"/>
          </a:xfrm>
          <a:prstGeom prst="roundRect">
            <a:avLst>
              <a:gd name="adj" fmla="val 5161"/>
            </a:avLst>
          </a:prstGeom>
          <a:solidFill>
            <a:srgbClr val="112030"/>
          </a:solidFill>
          <a:ln w="15240">
            <a:solidFill>
              <a:srgbClr val="00FFD1"/>
            </a:solidFill>
            <a:prstDash val="solid"/>
          </a:ln>
          <a:effectLst>
            <a:outerShdw sx="100000" sy="100000" kx="0" ky="0" algn="bl" rotWithShape="0" blurRad="177800" dist="76200" dir="8400000">
              <a:srgbClr val="000000">
                <a:alpha val="55000"/>
              </a:srgbClr>
            </a:outerShdw>
          </a:effectLst>
        </p:spPr>
      </p:sp>
      <p:sp>
        <p:nvSpPr>
          <p:cNvPr id="71" name="Shape 69"/>
          <p:cNvSpPr/>
          <p:nvPr/>
        </p:nvSpPr>
        <p:spPr>
          <a:xfrm>
            <a:off x="7607808" y="1920240"/>
            <a:ext cx="1417320" cy="548640"/>
          </a:xfrm>
          <a:prstGeom prst="roundRect">
            <a:avLst>
              <a:gd name="adj" fmla="val 13333"/>
            </a:avLst>
          </a:prstGeom>
          <a:solidFill>
            <a:srgbClr val="00FFD1">
              <a:alpha val="20000"/>
            </a:srgbClr>
          </a:solidFill>
          <a:ln w="12700">
            <a:solidFill>
              <a:srgbClr val="000000"/>
            </a:solidFill>
            <a:prstDash val="solid"/>
          </a:ln>
        </p:spPr>
      </p:sp>
      <p:sp>
        <p:nvSpPr>
          <p:cNvPr id="72" name="Shape 70"/>
          <p:cNvSpPr/>
          <p:nvPr/>
        </p:nvSpPr>
        <p:spPr>
          <a:xfrm>
            <a:off x="7607808" y="2240280"/>
            <a:ext cx="1417320" cy="228600"/>
          </a:xfrm>
          <a:prstGeom prst="rect">
            <a:avLst/>
          </a:prstGeom>
          <a:solidFill>
            <a:srgbClr val="00FFD1">
              <a:alpha val="20000"/>
            </a:srgbClr>
          </a:solidFill>
          <a:ln w="12700">
            <a:solidFill>
              <a:srgbClr val="000000"/>
            </a:solidFill>
            <a:prstDash val="solid"/>
          </a:ln>
        </p:spPr>
      </p:sp>
      <p:sp>
        <p:nvSpPr>
          <p:cNvPr id="73" name="Text 71"/>
          <p:cNvSpPr/>
          <p:nvPr/>
        </p:nvSpPr>
        <p:spPr>
          <a:xfrm>
            <a:off x="7607808" y="1920240"/>
            <a:ext cx="141732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74" name="Text 72"/>
          <p:cNvSpPr/>
          <p:nvPr/>
        </p:nvSpPr>
        <p:spPr>
          <a:xfrm>
            <a:off x="7680960" y="2514600"/>
            <a:ext cx="1280160" cy="274320"/>
          </a:xfrm>
          <a:prstGeom prst="rect">
            <a:avLst/>
          </a:prstGeom>
          <a:noFill/>
          <a:ln/>
        </p:spPr>
        <p:txBody>
          <a:bodyPr wrap="square" lIns="0" tIns="0" rIns="0" bIns="0" rtlCol="0" anchor="ctr"/>
          <a:lstStyle/>
          <a:p>
            <a:pPr indent="0" marL="0">
              <a:buNone/>
            </a:pPr>
            <a:r>
              <a:rPr lang="en-US" sz="1150" b="1" dirty="0">
                <a:solidFill>
                  <a:srgbClr val="00FFD1"/>
                </a:solidFill>
                <a:latin typeface="Calibri" pitchFamily="34" charset="0"/>
                <a:ea typeface="Calibri" pitchFamily="34" charset="-122"/>
                <a:cs typeface="Calibri" pitchFamily="34" charset="-120"/>
              </a:rPr>
              <a:t>Resolve</a:t>
            </a:r>
            <a:endParaRPr lang="en-US" sz="1150" dirty="0"/>
          </a:p>
        </p:txBody>
      </p:sp>
      <p:sp>
        <p:nvSpPr>
          <p:cNvPr id="75" name="Text 73"/>
          <p:cNvSpPr/>
          <p:nvPr/>
        </p:nvSpPr>
        <p:spPr>
          <a:xfrm>
            <a:off x="7680960" y="2834640"/>
            <a:ext cx="1280160" cy="822960"/>
          </a:xfrm>
          <a:prstGeom prst="rect">
            <a:avLst/>
          </a:prstGeom>
          <a:noFill/>
          <a:ln/>
        </p:spPr>
        <p:txBody>
          <a:bodyPr wrap="square" lIns="0" tIns="0" rIns="0" bIns="0" rtlCol="0" anchor="ctr"/>
          <a:lstStyle/>
          <a:p>
            <a:pPr indent="0" marL="0">
              <a:buNone/>
            </a:pPr>
            <a:r>
              <a:rPr lang="en-US" sz="920" dirty="0">
                <a:solidFill>
                  <a:srgbClr val="3D6080"/>
                </a:solidFill>
                <a:latin typeface="Calibri" pitchFamily="34" charset="0"/>
                <a:ea typeface="Calibri" pitchFamily="34" charset="-122"/>
                <a:cs typeface="Calibri" pitchFamily="34" charset="-120"/>
              </a:rPr>
              <a:t>WhatsApp sent</a:t>
            </a:r>
            <a:endParaRPr lang="en-US" sz="920" dirty="0"/>
          </a:p>
          <a:p>
            <a:pPr indent="0" marL="0">
              <a:buNone/>
            </a:pPr>
            <a:r>
              <a:rPr lang="en-US" sz="920" dirty="0">
                <a:solidFill>
                  <a:srgbClr val="3D6080"/>
                </a:solidFill>
                <a:latin typeface="Calibri" pitchFamily="34" charset="0"/>
                <a:ea typeface="Calibri" pitchFamily="34" charset="-122"/>
                <a:cs typeface="Calibri" pitchFamily="34" charset="-120"/>
              </a:rPr>
              <a:t>chain done</a:t>
            </a:r>
            <a:endParaRPr lang="en-US" sz="920" dirty="0"/>
          </a:p>
        </p:txBody>
      </p:sp>
      <p:sp>
        <p:nvSpPr>
          <p:cNvPr id="76" name="Shape 74"/>
          <p:cNvSpPr/>
          <p:nvPr/>
        </p:nvSpPr>
        <p:spPr>
          <a:xfrm>
            <a:off x="7607808" y="4069080"/>
            <a:ext cx="1417320" cy="658368"/>
          </a:xfrm>
          <a:prstGeom prst="rect">
            <a:avLst/>
          </a:prstGeom>
          <a:solidFill>
            <a:srgbClr val="010810"/>
          </a:solidFill>
          <a:ln w="7620">
            <a:solidFill>
              <a:srgbClr val="00FFD1"/>
            </a:solidFill>
            <a:prstDash val="solid"/>
          </a:ln>
        </p:spPr>
      </p:sp>
      <p:sp>
        <p:nvSpPr>
          <p:cNvPr id="77" name="Text 75"/>
          <p:cNvSpPr/>
          <p:nvPr/>
        </p:nvSpPr>
        <p:spPr>
          <a:xfrm>
            <a:off x="7607808" y="4069080"/>
            <a:ext cx="1417320" cy="658368"/>
          </a:xfrm>
          <a:prstGeom prst="rect">
            <a:avLst/>
          </a:prstGeom>
          <a:noFill/>
          <a:ln/>
        </p:spPr>
        <p:txBody>
          <a:bodyPr wrap="square" rtlCol="0" anchor="ctr"/>
          <a:lstStyle/>
          <a:p>
            <a:pPr algn="ctr" indent="0" marL="0">
              <a:buNone/>
            </a:pPr>
            <a:r>
              <a:rPr lang="en-US" sz="1200" b="1" dirty="0">
                <a:solidFill>
                  <a:srgbClr val="00FFD1"/>
                </a:solidFill>
                <a:latin typeface="Consolas" pitchFamily="34" charset="0"/>
                <a:ea typeface="Consolas" pitchFamily="34" charset="-122"/>
                <a:cs typeface="Consolas" pitchFamily="34" charset="-120"/>
              </a:rPr>
              <a:t>Done✅</a:t>
            </a:r>
            <a:endParaRPr lang="en-US" sz="1200" dirty="0"/>
          </a:p>
        </p:txBody>
      </p:sp>
      <p:sp>
        <p:nvSpPr>
          <p:cNvPr id="78" name="Shape 76"/>
          <p:cNvSpPr/>
          <p:nvPr/>
        </p:nvSpPr>
        <p:spPr>
          <a:xfrm>
            <a:off x="274320" y="4846320"/>
            <a:ext cx="8595360" cy="347472"/>
          </a:xfrm>
          <a:prstGeom prst="roundRect">
            <a:avLst>
              <a:gd name="adj" fmla="val 15789"/>
            </a:avLst>
          </a:prstGeom>
          <a:solidFill>
            <a:srgbClr val="010810"/>
          </a:solidFill>
          <a:ln w="16510">
            <a:solidFill>
              <a:srgbClr val="00FF88"/>
            </a:solidFill>
            <a:prstDash val="solid"/>
          </a:ln>
          <a:effectLst>
            <a:outerShdw sx="100000" sy="100000" kx="0" ky="0" algn="bl" rotWithShape="0" blurRad="279400" dist="50800" dir="16200000">
              <a:srgbClr val="00FF88">
                <a:alpha val="30000"/>
              </a:srgbClr>
            </a:outerShdw>
          </a:effectLst>
        </p:spPr>
      </p:sp>
      <p:sp>
        <p:nvSpPr>
          <p:cNvPr id="79" name="Text 77"/>
          <p:cNvSpPr/>
          <p:nvPr/>
        </p:nvSpPr>
        <p:spPr>
          <a:xfrm>
            <a:off x="274320" y="4846320"/>
            <a:ext cx="8595360" cy="347472"/>
          </a:xfrm>
          <a:prstGeom prst="rect">
            <a:avLst/>
          </a:prstGeom>
          <a:noFill/>
          <a:ln/>
        </p:spPr>
        <p:txBody>
          <a:bodyPr wrap="square" rtlCol="0" anchor="ctr"/>
          <a:lstStyle/>
          <a:p>
            <a:pPr algn="ctr" indent="0" marL="0">
              <a:buNone/>
            </a:pPr>
            <a:r>
              <a:rPr lang="en-US" sz="1000" dirty="0">
                <a:solidFill>
                  <a:srgbClr val="00FF88"/>
                </a:solidFill>
                <a:latin typeface="Calibri" pitchFamily="34" charset="0"/>
                <a:ea typeface="Calibri" pitchFamily="34" charset="-122"/>
                <a:cs typeface="Calibri" pitchFamily="34" charset="-120"/>
              </a:rPr>
              <a:t>🤖  Poora process AUTOMATED — complaint file ke baad ZERO human intervention · 24/7 · All 8 AI jobs running</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20C18"/>
        </a:solidFill>
      </p:bgPr>
    </p:bg>
    <p:spTree>
      <p:nvGrpSpPr>
        <p:cNvPr id="1" name=""/>
        <p:cNvGrpSpPr/>
        <p:nvPr/>
      </p:nvGrpSpPr>
      <p:grpSpPr>
        <a:xfrm>
          <a:off x="0" y="0"/>
          <a:ext cx="0" cy="0"/>
          <a:chOff x="0" y="0"/>
          <a:chExt cx="0" cy="0"/>
        </a:xfrm>
      </p:grpSpPr>
      <p:sp>
        <p:nvSpPr>
          <p:cNvPr id="2" name="Shape 0"/>
          <p:cNvSpPr/>
          <p:nvPr/>
        </p:nvSpPr>
        <p:spPr>
          <a:xfrm>
            <a:off x="-1828800" y="-914400"/>
            <a:ext cx="6400800" cy="5486400"/>
          </a:xfrm>
          <a:prstGeom prst="ellipse">
            <a:avLst/>
          </a:prstGeom>
          <a:solidFill>
            <a:srgbClr val="B040FF">
              <a:alpha val="4000"/>
            </a:srgbClr>
          </a:solidFill>
          <a:ln w="12700">
            <a:solidFill>
              <a:srgbClr val="000000"/>
            </a:solidFill>
            <a:prstDash val="solid"/>
          </a:ln>
        </p:spPr>
      </p:sp>
      <p:sp>
        <p:nvSpPr>
          <p:cNvPr id="3" name="Shape 1"/>
          <p:cNvSpPr/>
          <p:nvPr/>
        </p:nvSpPr>
        <p:spPr>
          <a:xfrm>
            <a:off x="5943600" y="2743200"/>
            <a:ext cx="5486400" cy="4572000"/>
          </a:xfrm>
          <a:prstGeom prst="ellipse">
            <a:avLst/>
          </a:prstGeom>
          <a:solidFill>
            <a:srgbClr val="00F5FF">
              <a:alpha val="4000"/>
            </a:srgbClr>
          </a:solidFill>
          <a:ln w="12700">
            <a:solidFill>
              <a:srgbClr val="000000"/>
            </a:solidFill>
            <a:prstDash val="solid"/>
          </a:ln>
        </p:spPr>
      </p:sp>
      <p:sp>
        <p:nvSpPr>
          <p:cNvPr id="4" name="Shape 2"/>
          <p:cNvSpPr/>
          <p:nvPr/>
        </p:nvSpPr>
        <p:spPr>
          <a:xfrm>
            <a:off x="2743200" y="3657600"/>
            <a:ext cx="4572000" cy="3657600"/>
          </a:xfrm>
          <a:prstGeom prst="ellipse">
            <a:avLst/>
          </a:prstGeom>
          <a:solidFill>
            <a:srgbClr val="3D8EFF">
              <a:alpha val="3000"/>
            </a:srgbClr>
          </a:solidFill>
          <a:ln w="12700">
            <a:solidFill>
              <a:srgbClr val="000000"/>
            </a:solidFill>
            <a:prstDash val="solid"/>
          </a:ln>
        </p:spPr>
      </p:sp>
      <p:sp>
        <p:nvSpPr>
          <p:cNvPr id="5" name="Text 3"/>
          <p:cNvSpPr/>
          <p:nvPr/>
        </p:nvSpPr>
        <p:spPr>
          <a:xfrm>
            <a:off x="365760" y="91440"/>
            <a:ext cx="8412480" cy="201168"/>
          </a:xfrm>
          <a:prstGeom prst="rect">
            <a:avLst/>
          </a:prstGeom>
          <a:noFill/>
          <a:ln/>
        </p:spPr>
        <p:txBody>
          <a:bodyPr wrap="square" rtlCol="0" anchor="ctr"/>
          <a:lstStyle/>
          <a:p>
            <a:pPr algn="ctr" indent="0" marL="0">
              <a:buNone/>
            </a:pPr>
            <a:r>
              <a:rPr lang="en-US" sz="750" spc="500" kern="0" dirty="0">
                <a:solidFill>
                  <a:srgbClr val="FFCC00"/>
                </a:solidFill>
                <a:latin typeface="Consolas" pitchFamily="34" charset="0"/>
                <a:ea typeface="Consolas" pitchFamily="34" charset="-122"/>
                <a:cs typeface="Consolas" pitchFamily="34" charset="-120"/>
              </a:rPr>
              <a:t>TECHNOLOGY STACK</a:t>
            </a:r>
            <a:endParaRPr lang="en-US" sz="750" dirty="0"/>
          </a:p>
        </p:txBody>
      </p:sp>
      <p:sp>
        <p:nvSpPr>
          <p:cNvPr id="6" name="Text 4"/>
          <p:cNvSpPr/>
          <p:nvPr/>
        </p:nvSpPr>
        <p:spPr>
          <a:xfrm>
            <a:off x="365760" y="292608"/>
            <a:ext cx="8412480" cy="530352"/>
          </a:xfrm>
          <a:prstGeom prst="rect">
            <a:avLst/>
          </a:prstGeom>
          <a:noFill/>
          <a:ln/>
        </p:spPr>
        <p:txBody>
          <a:bodyPr wrap="square" rtlCol="0" anchor="ctr"/>
          <a:lstStyle/>
          <a:p>
            <a:pPr algn="ctr" indent="0" marL="0">
              <a:buNone/>
            </a:pPr>
            <a:r>
              <a:rPr lang="en-US" sz="3200" b="1" dirty="0">
                <a:solidFill>
                  <a:srgbClr val="EEF6FF"/>
                </a:solidFill>
                <a:latin typeface="Calibri" pitchFamily="34" charset="0"/>
                <a:ea typeface="Calibri" pitchFamily="34" charset="-122"/>
                <a:cs typeface="Calibri" pitchFamily="34" charset="-120"/>
              </a:rPr>
              <a:t>Fully Deployed  ·  Zero Cost  ·  Production Ready</a:t>
            </a:r>
            <a:endParaRPr lang="en-US" sz="3200" dirty="0"/>
          </a:p>
        </p:txBody>
      </p:sp>
      <p:sp>
        <p:nvSpPr>
          <p:cNvPr id="7" name="Shape 5"/>
          <p:cNvSpPr/>
          <p:nvPr/>
        </p:nvSpPr>
        <p:spPr>
          <a:xfrm>
            <a:off x="274320" y="987552"/>
            <a:ext cx="4297680" cy="822960"/>
          </a:xfrm>
          <a:prstGeom prst="roundRect">
            <a:avLst>
              <a:gd name="adj" fmla="val 7778"/>
            </a:avLst>
          </a:prstGeom>
          <a:solidFill>
            <a:srgbClr val="112030"/>
          </a:solidFill>
          <a:ln w="12700">
            <a:solidFill>
              <a:srgbClr val="3D8EFF"/>
            </a:solidFill>
            <a:prstDash val="solid"/>
          </a:ln>
          <a:effectLst>
            <a:outerShdw sx="100000" sy="100000" kx="0" ky="0" algn="bl" rotWithShape="0" blurRad="279400" dist="50800" dir="16200000">
              <a:srgbClr val="3D8EFF">
                <a:alpha val="15000"/>
              </a:srgbClr>
            </a:outerShdw>
          </a:effectLst>
        </p:spPr>
      </p:sp>
      <p:sp>
        <p:nvSpPr>
          <p:cNvPr id="8" name="Shape 6"/>
          <p:cNvSpPr/>
          <p:nvPr/>
        </p:nvSpPr>
        <p:spPr>
          <a:xfrm>
            <a:off x="274320" y="987552"/>
            <a:ext cx="713232" cy="822960"/>
          </a:xfrm>
          <a:prstGeom prst="roundRect">
            <a:avLst>
              <a:gd name="adj" fmla="val 8974"/>
            </a:avLst>
          </a:prstGeom>
          <a:solidFill>
            <a:srgbClr val="3D8EFF">
              <a:alpha val="18000"/>
            </a:srgbClr>
          </a:solidFill>
          <a:ln w="12700">
            <a:solidFill>
              <a:srgbClr val="000000"/>
            </a:solidFill>
            <a:prstDash val="solid"/>
          </a:ln>
        </p:spPr>
      </p:sp>
      <p:sp>
        <p:nvSpPr>
          <p:cNvPr id="9" name="Shape 7"/>
          <p:cNvSpPr/>
          <p:nvPr/>
        </p:nvSpPr>
        <p:spPr>
          <a:xfrm>
            <a:off x="713232" y="987552"/>
            <a:ext cx="274320" cy="822960"/>
          </a:xfrm>
          <a:prstGeom prst="rect">
            <a:avLst/>
          </a:prstGeom>
          <a:solidFill>
            <a:srgbClr val="3D8EFF">
              <a:alpha val="18000"/>
            </a:srgbClr>
          </a:solidFill>
          <a:ln w="12700">
            <a:solidFill>
              <a:srgbClr val="000000"/>
            </a:solidFill>
            <a:prstDash val="solid"/>
          </a:ln>
        </p:spPr>
      </p:sp>
      <p:sp>
        <p:nvSpPr>
          <p:cNvPr id="10" name="Text 8"/>
          <p:cNvSpPr/>
          <p:nvPr/>
        </p:nvSpPr>
        <p:spPr>
          <a:xfrm>
            <a:off x="274320" y="987552"/>
            <a:ext cx="713232" cy="8229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Text 9"/>
          <p:cNvSpPr/>
          <p:nvPr/>
        </p:nvSpPr>
        <p:spPr>
          <a:xfrm>
            <a:off x="1078992" y="1060704"/>
            <a:ext cx="1371600" cy="237744"/>
          </a:xfrm>
          <a:prstGeom prst="rect">
            <a:avLst/>
          </a:prstGeom>
          <a:noFill/>
          <a:ln/>
        </p:spPr>
        <p:txBody>
          <a:bodyPr wrap="square" lIns="0" tIns="0" rIns="0" bIns="0" rtlCol="0" anchor="ctr"/>
          <a:lstStyle/>
          <a:p>
            <a:pPr indent="0" marL="0">
              <a:buNone/>
            </a:pPr>
            <a:r>
              <a:rPr lang="en-US" sz="900" b="1" spc="100" kern="0" dirty="0">
                <a:solidFill>
                  <a:srgbClr val="3D8EFF"/>
                </a:solidFill>
                <a:latin typeface="Consolas" pitchFamily="34" charset="0"/>
                <a:ea typeface="Consolas" pitchFamily="34" charset="-122"/>
                <a:cs typeface="Consolas" pitchFamily="34" charset="-120"/>
              </a:rPr>
              <a:t>FRONTEND</a:t>
            </a:r>
            <a:endParaRPr lang="en-US" sz="900" dirty="0"/>
          </a:p>
        </p:txBody>
      </p:sp>
      <p:sp>
        <p:nvSpPr>
          <p:cNvPr id="12" name="Text 10"/>
          <p:cNvSpPr/>
          <p:nvPr/>
        </p:nvSpPr>
        <p:spPr>
          <a:xfrm>
            <a:off x="1078992" y="1316736"/>
            <a:ext cx="3401568" cy="420624"/>
          </a:xfrm>
          <a:prstGeom prst="rect">
            <a:avLst/>
          </a:prstGeom>
          <a:noFill/>
          <a:ln/>
        </p:spPr>
        <p:txBody>
          <a:bodyPr wrap="square" lIns="0" tIns="0" rIns="0" bIns="0" rtlCol="0" anchor="ctr"/>
          <a:lstStyle/>
          <a:p>
            <a:pPr indent="0" marL="0">
              <a:buNone/>
            </a:pPr>
            <a:r>
              <a:rPr lang="en-US" sz="920" dirty="0">
                <a:solidFill>
                  <a:srgbClr val="3D6080"/>
                </a:solidFill>
                <a:latin typeface="Calibri" pitchFamily="34" charset="0"/>
                <a:ea typeface="Calibri" pitchFamily="34" charset="-122"/>
                <a:cs typeface="Calibri" pitchFamily="34" charset="-120"/>
              </a:rPr>
              <a:t>React 18  ·  Vite 7  ·  Pure CSS-in-JS  ·  Backend API Connected ✅</a:t>
            </a:r>
            <a:endParaRPr lang="en-US" sz="920" dirty="0"/>
          </a:p>
        </p:txBody>
      </p:sp>
      <p:sp>
        <p:nvSpPr>
          <p:cNvPr id="13" name="Shape 11"/>
          <p:cNvSpPr/>
          <p:nvPr/>
        </p:nvSpPr>
        <p:spPr>
          <a:xfrm>
            <a:off x="4736592" y="987552"/>
            <a:ext cx="4297680" cy="822960"/>
          </a:xfrm>
          <a:prstGeom prst="roundRect">
            <a:avLst>
              <a:gd name="adj" fmla="val 7778"/>
            </a:avLst>
          </a:prstGeom>
          <a:solidFill>
            <a:srgbClr val="112030"/>
          </a:solidFill>
          <a:ln w="12700">
            <a:solidFill>
              <a:srgbClr val="00FF88"/>
            </a:solidFill>
            <a:prstDash val="solid"/>
          </a:ln>
          <a:effectLst>
            <a:outerShdw sx="100000" sy="100000" kx="0" ky="0" algn="bl" rotWithShape="0" blurRad="279400" dist="50800" dir="16200000">
              <a:srgbClr val="00FF88">
                <a:alpha val="15000"/>
              </a:srgbClr>
            </a:outerShdw>
          </a:effectLst>
        </p:spPr>
      </p:sp>
      <p:sp>
        <p:nvSpPr>
          <p:cNvPr id="14" name="Shape 12"/>
          <p:cNvSpPr/>
          <p:nvPr/>
        </p:nvSpPr>
        <p:spPr>
          <a:xfrm>
            <a:off x="4736592" y="987552"/>
            <a:ext cx="713232" cy="822960"/>
          </a:xfrm>
          <a:prstGeom prst="roundRect">
            <a:avLst>
              <a:gd name="adj" fmla="val 8974"/>
            </a:avLst>
          </a:prstGeom>
          <a:solidFill>
            <a:srgbClr val="00FF88">
              <a:alpha val="18000"/>
            </a:srgbClr>
          </a:solidFill>
          <a:ln w="12700">
            <a:solidFill>
              <a:srgbClr val="000000"/>
            </a:solidFill>
            <a:prstDash val="solid"/>
          </a:ln>
        </p:spPr>
      </p:sp>
      <p:sp>
        <p:nvSpPr>
          <p:cNvPr id="15" name="Shape 13"/>
          <p:cNvSpPr/>
          <p:nvPr/>
        </p:nvSpPr>
        <p:spPr>
          <a:xfrm>
            <a:off x="5175504" y="987552"/>
            <a:ext cx="274320" cy="822960"/>
          </a:xfrm>
          <a:prstGeom prst="rect">
            <a:avLst/>
          </a:prstGeom>
          <a:solidFill>
            <a:srgbClr val="00FF88">
              <a:alpha val="18000"/>
            </a:srgbClr>
          </a:solidFill>
          <a:ln w="12700">
            <a:solidFill>
              <a:srgbClr val="000000"/>
            </a:solidFill>
            <a:prstDash val="solid"/>
          </a:ln>
        </p:spPr>
      </p:sp>
      <p:sp>
        <p:nvSpPr>
          <p:cNvPr id="16" name="Text 14"/>
          <p:cNvSpPr/>
          <p:nvPr/>
        </p:nvSpPr>
        <p:spPr>
          <a:xfrm>
            <a:off x="4736592" y="987552"/>
            <a:ext cx="713232" cy="8229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Text 15"/>
          <p:cNvSpPr/>
          <p:nvPr/>
        </p:nvSpPr>
        <p:spPr>
          <a:xfrm>
            <a:off x="5541264" y="1060704"/>
            <a:ext cx="1371600" cy="237744"/>
          </a:xfrm>
          <a:prstGeom prst="rect">
            <a:avLst/>
          </a:prstGeom>
          <a:noFill/>
          <a:ln/>
        </p:spPr>
        <p:txBody>
          <a:bodyPr wrap="square" lIns="0" tIns="0" rIns="0" bIns="0" rtlCol="0" anchor="ctr"/>
          <a:lstStyle/>
          <a:p>
            <a:pPr indent="0" marL="0">
              <a:buNone/>
            </a:pPr>
            <a:r>
              <a:rPr lang="en-US" sz="900" b="1" spc="100" kern="0" dirty="0">
                <a:solidFill>
                  <a:srgbClr val="00FF88"/>
                </a:solidFill>
                <a:latin typeface="Consolas" pitchFamily="34" charset="0"/>
                <a:ea typeface="Consolas" pitchFamily="34" charset="-122"/>
                <a:cs typeface="Consolas" pitchFamily="34" charset="-120"/>
              </a:rPr>
              <a:t>DEPLOYMENT</a:t>
            </a:r>
            <a:endParaRPr lang="en-US" sz="900" dirty="0"/>
          </a:p>
        </p:txBody>
      </p:sp>
      <p:sp>
        <p:nvSpPr>
          <p:cNvPr id="18" name="Text 16"/>
          <p:cNvSpPr/>
          <p:nvPr/>
        </p:nvSpPr>
        <p:spPr>
          <a:xfrm>
            <a:off x="5541264" y="1316736"/>
            <a:ext cx="3401568" cy="420624"/>
          </a:xfrm>
          <a:prstGeom prst="rect">
            <a:avLst/>
          </a:prstGeom>
          <a:noFill/>
          <a:ln/>
        </p:spPr>
        <p:txBody>
          <a:bodyPr wrap="square" lIns="0" tIns="0" rIns="0" bIns="0" rtlCol="0" anchor="ctr"/>
          <a:lstStyle/>
          <a:p>
            <a:pPr indent="0" marL="0">
              <a:buNone/>
            </a:pPr>
            <a:r>
              <a:rPr lang="en-US" sz="920" dirty="0">
                <a:solidFill>
                  <a:srgbClr val="3D6080"/>
                </a:solidFill>
                <a:latin typeface="Calibri" pitchFamily="34" charset="0"/>
                <a:ea typeface="Calibri" pitchFamily="34" charset="-122"/>
                <a:cs typeface="Calibri" pitchFamily="34" charset="-120"/>
              </a:rPr>
              <a:t>Frontend → Vercel (Free)  ·  Backend → Render.com (Free)  ·  Global CDN</a:t>
            </a:r>
            <a:endParaRPr lang="en-US" sz="920" dirty="0"/>
          </a:p>
        </p:txBody>
      </p:sp>
      <p:sp>
        <p:nvSpPr>
          <p:cNvPr id="19" name="Shape 17"/>
          <p:cNvSpPr/>
          <p:nvPr/>
        </p:nvSpPr>
        <p:spPr>
          <a:xfrm>
            <a:off x="274320" y="1956816"/>
            <a:ext cx="4297680" cy="822960"/>
          </a:xfrm>
          <a:prstGeom prst="roundRect">
            <a:avLst>
              <a:gd name="adj" fmla="val 7778"/>
            </a:avLst>
          </a:prstGeom>
          <a:solidFill>
            <a:srgbClr val="112030"/>
          </a:solidFill>
          <a:ln w="12700">
            <a:solidFill>
              <a:srgbClr val="FFCC00"/>
            </a:solidFill>
            <a:prstDash val="solid"/>
          </a:ln>
          <a:effectLst>
            <a:outerShdw sx="100000" sy="100000" kx="0" ky="0" algn="bl" rotWithShape="0" blurRad="279400" dist="50800" dir="16200000">
              <a:srgbClr val="FFCC00">
                <a:alpha val="15000"/>
              </a:srgbClr>
            </a:outerShdw>
          </a:effectLst>
        </p:spPr>
      </p:sp>
      <p:sp>
        <p:nvSpPr>
          <p:cNvPr id="20" name="Shape 18"/>
          <p:cNvSpPr/>
          <p:nvPr/>
        </p:nvSpPr>
        <p:spPr>
          <a:xfrm>
            <a:off x="274320" y="1956816"/>
            <a:ext cx="713232" cy="822960"/>
          </a:xfrm>
          <a:prstGeom prst="roundRect">
            <a:avLst>
              <a:gd name="adj" fmla="val 8974"/>
            </a:avLst>
          </a:prstGeom>
          <a:solidFill>
            <a:srgbClr val="FFCC00">
              <a:alpha val="18000"/>
            </a:srgbClr>
          </a:solidFill>
          <a:ln w="12700">
            <a:solidFill>
              <a:srgbClr val="000000"/>
            </a:solidFill>
            <a:prstDash val="solid"/>
          </a:ln>
        </p:spPr>
      </p:sp>
      <p:sp>
        <p:nvSpPr>
          <p:cNvPr id="21" name="Shape 19"/>
          <p:cNvSpPr/>
          <p:nvPr/>
        </p:nvSpPr>
        <p:spPr>
          <a:xfrm>
            <a:off x="713232" y="1956816"/>
            <a:ext cx="274320" cy="822960"/>
          </a:xfrm>
          <a:prstGeom prst="rect">
            <a:avLst/>
          </a:prstGeom>
          <a:solidFill>
            <a:srgbClr val="FFCC00">
              <a:alpha val="18000"/>
            </a:srgbClr>
          </a:solidFill>
          <a:ln w="12700">
            <a:solidFill>
              <a:srgbClr val="000000"/>
            </a:solidFill>
            <a:prstDash val="solid"/>
          </a:ln>
        </p:spPr>
      </p:sp>
      <p:sp>
        <p:nvSpPr>
          <p:cNvPr id="22" name="Text 20"/>
          <p:cNvSpPr/>
          <p:nvPr/>
        </p:nvSpPr>
        <p:spPr>
          <a:xfrm>
            <a:off x="274320" y="1956816"/>
            <a:ext cx="713232" cy="8229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3" name="Text 21"/>
          <p:cNvSpPr/>
          <p:nvPr/>
        </p:nvSpPr>
        <p:spPr>
          <a:xfrm>
            <a:off x="1078992" y="2029968"/>
            <a:ext cx="1371600" cy="237744"/>
          </a:xfrm>
          <a:prstGeom prst="rect">
            <a:avLst/>
          </a:prstGeom>
          <a:noFill/>
          <a:ln/>
        </p:spPr>
        <p:txBody>
          <a:bodyPr wrap="square" lIns="0" tIns="0" rIns="0" bIns="0" rtlCol="0" anchor="ctr"/>
          <a:lstStyle/>
          <a:p>
            <a:pPr indent="0" marL="0">
              <a:buNone/>
            </a:pPr>
            <a:r>
              <a:rPr lang="en-US" sz="900" b="1" spc="100" kern="0" dirty="0">
                <a:solidFill>
                  <a:srgbClr val="FFCC00"/>
                </a:solidFill>
                <a:latin typeface="Consolas" pitchFamily="34" charset="0"/>
                <a:ea typeface="Consolas" pitchFamily="34" charset="-122"/>
                <a:cs typeface="Consolas" pitchFamily="34" charset="-120"/>
              </a:rPr>
              <a:t>BACKEND</a:t>
            </a:r>
            <a:endParaRPr lang="en-US" sz="900" dirty="0"/>
          </a:p>
        </p:txBody>
      </p:sp>
      <p:sp>
        <p:nvSpPr>
          <p:cNvPr id="24" name="Text 22"/>
          <p:cNvSpPr/>
          <p:nvPr/>
        </p:nvSpPr>
        <p:spPr>
          <a:xfrm>
            <a:off x="1078992" y="2286000"/>
            <a:ext cx="3401568" cy="420624"/>
          </a:xfrm>
          <a:prstGeom prst="rect">
            <a:avLst/>
          </a:prstGeom>
          <a:noFill/>
          <a:ln/>
        </p:spPr>
        <p:txBody>
          <a:bodyPr wrap="square" lIns="0" tIns="0" rIns="0" bIns="0" rtlCol="0" anchor="ctr"/>
          <a:lstStyle/>
          <a:p>
            <a:pPr indent="0" marL="0">
              <a:buNone/>
            </a:pPr>
            <a:r>
              <a:rPr lang="en-US" sz="920" dirty="0">
                <a:solidFill>
                  <a:srgbClr val="3D6080"/>
                </a:solidFill>
                <a:latin typeface="Calibri" pitchFamily="34" charset="0"/>
                <a:ea typeface="Calibri" pitchFamily="34" charset="-122"/>
                <a:cs typeface="Calibri" pitchFamily="34" charset="-120"/>
              </a:rPr>
              <a:t>FastAPI (Python)  ·  PostgreSQL Production DB  ·  REST API  ·  Live ✅</a:t>
            </a:r>
            <a:endParaRPr lang="en-US" sz="920" dirty="0"/>
          </a:p>
        </p:txBody>
      </p:sp>
      <p:sp>
        <p:nvSpPr>
          <p:cNvPr id="25" name="Shape 23"/>
          <p:cNvSpPr/>
          <p:nvPr/>
        </p:nvSpPr>
        <p:spPr>
          <a:xfrm>
            <a:off x="4736592" y="1956816"/>
            <a:ext cx="4297680" cy="822960"/>
          </a:xfrm>
          <a:prstGeom prst="roundRect">
            <a:avLst>
              <a:gd name="adj" fmla="val 7778"/>
            </a:avLst>
          </a:prstGeom>
          <a:solidFill>
            <a:srgbClr val="112030"/>
          </a:solidFill>
          <a:ln w="12700">
            <a:solidFill>
              <a:srgbClr val="00FF88"/>
            </a:solidFill>
            <a:prstDash val="solid"/>
          </a:ln>
          <a:effectLst>
            <a:outerShdw sx="100000" sy="100000" kx="0" ky="0" algn="bl" rotWithShape="0" blurRad="279400" dist="50800" dir="16200000">
              <a:srgbClr val="00FF88">
                <a:alpha val="15000"/>
              </a:srgbClr>
            </a:outerShdw>
          </a:effectLst>
        </p:spPr>
      </p:sp>
      <p:sp>
        <p:nvSpPr>
          <p:cNvPr id="26" name="Shape 24"/>
          <p:cNvSpPr/>
          <p:nvPr/>
        </p:nvSpPr>
        <p:spPr>
          <a:xfrm>
            <a:off x="4736592" y="1956816"/>
            <a:ext cx="713232" cy="822960"/>
          </a:xfrm>
          <a:prstGeom prst="roundRect">
            <a:avLst>
              <a:gd name="adj" fmla="val 8974"/>
            </a:avLst>
          </a:prstGeom>
          <a:solidFill>
            <a:srgbClr val="00FF88">
              <a:alpha val="18000"/>
            </a:srgbClr>
          </a:solidFill>
          <a:ln w="12700">
            <a:solidFill>
              <a:srgbClr val="000000"/>
            </a:solidFill>
            <a:prstDash val="solid"/>
          </a:ln>
        </p:spPr>
      </p:sp>
      <p:sp>
        <p:nvSpPr>
          <p:cNvPr id="27" name="Shape 25"/>
          <p:cNvSpPr/>
          <p:nvPr/>
        </p:nvSpPr>
        <p:spPr>
          <a:xfrm>
            <a:off x="5175504" y="1956816"/>
            <a:ext cx="274320" cy="822960"/>
          </a:xfrm>
          <a:prstGeom prst="rect">
            <a:avLst/>
          </a:prstGeom>
          <a:solidFill>
            <a:srgbClr val="00FF88">
              <a:alpha val="18000"/>
            </a:srgbClr>
          </a:solidFill>
          <a:ln w="12700">
            <a:solidFill>
              <a:srgbClr val="000000"/>
            </a:solidFill>
            <a:prstDash val="solid"/>
          </a:ln>
        </p:spPr>
      </p:sp>
      <p:sp>
        <p:nvSpPr>
          <p:cNvPr id="28" name="Text 26"/>
          <p:cNvSpPr/>
          <p:nvPr/>
        </p:nvSpPr>
        <p:spPr>
          <a:xfrm>
            <a:off x="4736592" y="1956816"/>
            <a:ext cx="713232" cy="8229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9" name="Text 27"/>
          <p:cNvSpPr/>
          <p:nvPr/>
        </p:nvSpPr>
        <p:spPr>
          <a:xfrm>
            <a:off x="5541264" y="2029968"/>
            <a:ext cx="1371600" cy="237744"/>
          </a:xfrm>
          <a:prstGeom prst="rect">
            <a:avLst/>
          </a:prstGeom>
          <a:noFill/>
          <a:ln/>
        </p:spPr>
        <p:txBody>
          <a:bodyPr wrap="square" lIns="0" tIns="0" rIns="0" bIns="0" rtlCol="0" anchor="ctr"/>
          <a:lstStyle/>
          <a:p>
            <a:pPr indent="0" marL="0">
              <a:buNone/>
            </a:pPr>
            <a:r>
              <a:rPr lang="en-US" sz="900" b="1" spc="100" kern="0" dirty="0">
                <a:solidFill>
                  <a:srgbClr val="00FF88"/>
                </a:solidFill>
                <a:latin typeface="Consolas" pitchFamily="34" charset="0"/>
                <a:ea typeface="Consolas" pitchFamily="34" charset="-122"/>
                <a:cs typeface="Consolas" pitchFamily="34" charset="-120"/>
              </a:rPr>
              <a:t>DATABASE</a:t>
            </a:r>
            <a:endParaRPr lang="en-US" sz="900" dirty="0"/>
          </a:p>
        </p:txBody>
      </p:sp>
      <p:sp>
        <p:nvSpPr>
          <p:cNvPr id="30" name="Text 28"/>
          <p:cNvSpPr/>
          <p:nvPr/>
        </p:nvSpPr>
        <p:spPr>
          <a:xfrm>
            <a:off x="5541264" y="2286000"/>
            <a:ext cx="3401568" cy="420624"/>
          </a:xfrm>
          <a:prstGeom prst="rect">
            <a:avLst/>
          </a:prstGeom>
          <a:noFill/>
          <a:ln/>
        </p:spPr>
        <p:txBody>
          <a:bodyPr wrap="square" lIns="0" tIns="0" rIns="0" bIns="0" rtlCol="0" anchor="ctr"/>
          <a:lstStyle/>
          <a:p>
            <a:pPr indent="0" marL="0">
              <a:buNone/>
            </a:pPr>
            <a:r>
              <a:rPr lang="en-US" sz="920" dirty="0">
                <a:solidFill>
                  <a:srgbClr val="3D6080"/>
                </a:solidFill>
                <a:latin typeface="Calibri" pitchFamily="34" charset="0"/>
                <a:ea typeface="Calibri" pitchFamily="34" charset="-122"/>
                <a:cs typeface="Calibri" pitchFamily="34" charset="-120"/>
              </a:rPr>
              <a:t>PostgreSQL on Render  ·  Permanent storage  ·  All users &amp; complaints saved ✅</a:t>
            </a:r>
            <a:endParaRPr lang="en-US" sz="920" dirty="0"/>
          </a:p>
        </p:txBody>
      </p:sp>
      <p:sp>
        <p:nvSpPr>
          <p:cNvPr id="31" name="Shape 29"/>
          <p:cNvSpPr/>
          <p:nvPr/>
        </p:nvSpPr>
        <p:spPr>
          <a:xfrm>
            <a:off x="274320" y="2926080"/>
            <a:ext cx="4297680" cy="822960"/>
          </a:xfrm>
          <a:prstGeom prst="roundRect">
            <a:avLst>
              <a:gd name="adj" fmla="val 7778"/>
            </a:avLst>
          </a:prstGeom>
          <a:solidFill>
            <a:srgbClr val="112030"/>
          </a:solidFill>
          <a:ln w="12700">
            <a:solidFill>
              <a:srgbClr val="B040FF"/>
            </a:solidFill>
            <a:prstDash val="solid"/>
          </a:ln>
          <a:effectLst>
            <a:outerShdw sx="100000" sy="100000" kx="0" ky="0" algn="bl" rotWithShape="0" blurRad="279400" dist="50800" dir="16200000">
              <a:srgbClr val="B040FF">
                <a:alpha val="15000"/>
              </a:srgbClr>
            </a:outerShdw>
          </a:effectLst>
        </p:spPr>
      </p:sp>
      <p:sp>
        <p:nvSpPr>
          <p:cNvPr id="32" name="Shape 30"/>
          <p:cNvSpPr/>
          <p:nvPr/>
        </p:nvSpPr>
        <p:spPr>
          <a:xfrm>
            <a:off x="274320" y="2926080"/>
            <a:ext cx="713232" cy="822960"/>
          </a:xfrm>
          <a:prstGeom prst="roundRect">
            <a:avLst>
              <a:gd name="adj" fmla="val 8974"/>
            </a:avLst>
          </a:prstGeom>
          <a:solidFill>
            <a:srgbClr val="B040FF">
              <a:alpha val="18000"/>
            </a:srgbClr>
          </a:solidFill>
          <a:ln w="12700">
            <a:solidFill>
              <a:srgbClr val="000000"/>
            </a:solidFill>
            <a:prstDash val="solid"/>
          </a:ln>
        </p:spPr>
      </p:sp>
      <p:sp>
        <p:nvSpPr>
          <p:cNvPr id="33" name="Shape 31"/>
          <p:cNvSpPr/>
          <p:nvPr/>
        </p:nvSpPr>
        <p:spPr>
          <a:xfrm>
            <a:off x="713232" y="2926080"/>
            <a:ext cx="274320" cy="822960"/>
          </a:xfrm>
          <a:prstGeom prst="rect">
            <a:avLst/>
          </a:prstGeom>
          <a:solidFill>
            <a:srgbClr val="B040FF">
              <a:alpha val="18000"/>
            </a:srgbClr>
          </a:solidFill>
          <a:ln w="12700">
            <a:solidFill>
              <a:srgbClr val="000000"/>
            </a:solidFill>
            <a:prstDash val="solid"/>
          </a:ln>
        </p:spPr>
      </p:sp>
      <p:sp>
        <p:nvSpPr>
          <p:cNvPr id="34" name="Text 32"/>
          <p:cNvSpPr/>
          <p:nvPr/>
        </p:nvSpPr>
        <p:spPr>
          <a:xfrm>
            <a:off x="274320" y="2926080"/>
            <a:ext cx="713232" cy="8229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5" name="Text 33"/>
          <p:cNvSpPr/>
          <p:nvPr/>
        </p:nvSpPr>
        <p:spPr>
          <a:xfrm>
            <a:off x="1078992" y="2999232"/>
            <a:ext cx="1371600" cy="237744"/>
          </a:xfrm>
          <a:prstGeom prst="rect">
            <a:avLst/>
          </a:prstGeom>
          <a:noFill/>
          <a:ln/>
        </p:spPr>
        <p:txBody>
          <a:bodyPr wrap="square" lIns="0" tIns="0" rIns="0" bIns="0" rtlCol="0" anchor="ctr"/>
          <a:lstStyle/>
          <a:p>
            <a:pPr indent="0" marL="0">
              <a:buNone/>
            </a:pPr>
            <a:r>
              <a:rPr lang="en-US" sz="900" b="1" spc="100" kern="0" dirty="0">
                <a:solidFill>
                  <a:srgbClr val="B040FF"/>
                </a:solidFill>
                <a:latin typeface="Consolas" pitchFamily="34" charset="0"/>
                <a:ea typeface="Consolas" pitchFamily="34" charset="-122"/>
                <a:cs typeface="Consolas" pitchFamily="34" charset="-120"/>
              </a:rPr>
              <a:t>AI ENGINE</a:t>
            </a:r>
            <a:endParaRPr lang="en-US" sz="900" dirty="0"/>
          </a:p>
        </p:txBody>
      </p:sp>
      <p:sp>
        <p:nvSpPr>
          <p:cNvPr id="36" name="Text 34"/>
          <p:cNvSpPr/>
          <p:nvPr/>
        </p:nvSpPr>
        <p:spPr>
          <a:xfrm>
            <a:off x="1078992" y="3255264"/>
            <a:ext cx="3401568" cy="420624"/>
          </a:xfrm>
          <a:prstGeom prst="rect">
            <a:avLst/>
          </a:prstGeom>
          <a:noFill/>
          <a:ln/>
        </p:spPr>
        <p:txBody>
          <a:bodyPr wrap="square" lIns="0" tIns="0" rIns="0" bIns="0" rtlCol="0" anchor="ctr"/>
          <a:lstStyle/>
          <a:p>
            <a:pPr indent="0" marL="0">
              <a:buNone/>
            </a:pPr>
            <a:r>
              <a:rPr lang="en-US" sz="920" dirty="0">
                <a:solidFill>
                  <a:srgbClr val="3D6080"/>
                </a:solidFill>
                <a:latin typeface="Calibri" pitchFamily="34" charset="0"/>
                <a:ea typeface="Calibri" pitchFamily="34" charset="-122"/>
                <a:cs typeface="Calibri" pitchFamily="34" charset="-120"/>
              </a:rPr>
              <a:t>Custom Rule-based Classifier  ·  8 categories  ·  Claude API ready</a:t>
            </a:r>
            <a:endParaRPr lang="en-US" sz="920" dirty="0"/>
          </a:p>
        </p:txBody>
      </p:sp>
      <p:sp>
        <p:nvSpPr>
          <p:cNvPr id="37" name="Shape 35"/>
          <p:cNvSpPr/>
          <p:nvPr/>
        </p:nvSpPr>
        <p:spPr>
          <a:xfrm>
            <a:off x="4736592" y="2926080"/>
            <a:ext cx="4297680" cy="822960"/>
          </a:xfrm>
          <a:prstGeom prst="roundRect">
            <a:avLst>
              <a:gd name="adj" fmla="val 7778"/>
            </a:avLst>
          </a:prstGeom>
          <a:solidFill>
            <a:srgbClr val="112030"/>
          </a:solidFill>
          <a:ln w="12700">
            <a:solidFill>
              <a:srgbClr val="00F5FF"/>
            </a:solidFill>
            <a:prstDash val="solid"/>
          </a:ln>
          <a:effectLst>
            <a:outerShdw sx="100000" sy="100000" kx="0" ky="0" algn="bl" rotWithShape="0" blurRad="279400" dist="50800" dir="16200000">
              <a:srgbClr val="00F5FF">
                <a:alpha val="15000"/>
              </a:srgbClr>
            </a:outerShdw>
          </a:effectLst>
        </p:spPr>
      </p:sp>
      <p:sp>
        <p:nvSpPr>
          <p:cNvPr id="38" name="Shape 36"/>
          <p:cNvSpPr/>
          <p:nvPr/>
        </p:nvSpPr>
        <p:spPr>
          <a:xfrm>
            <a:off x="4736592" y="2926080"/>
            <a:ext cx="713232" cy="822960"/>
          </a:xfrm>
          <a:prstGeom prst="roundRect">
            <a:avLst>
              <a:gd name="adj" fmla="val 8974"/>
            </a:avLst>
          </a:prstGeom>
          <a:solidFill>
            <a:srgbClr val="00F5FF">
              <a:alpha val="18000"/>
            </a:srgbClr>
          </a:solidFill>
          <a:ln w="12700">
            <a:solidFill>
              <a:srgbClr val="000000"/>
            </a:solidFill>
            <a:prstDash val="solid"/>
          </a:ln>
        </p:spPr>
      </p:sp>
      <p:sp>
        <p:nvSpPr>
          <p:cNvPr id="39" name="Shape 37"/>
          <p:cNvSpPr/>
          <p:nvPr/>
        </p:nvSpPr>
        <p:spPr>
          <a:xfrm>
            <a:off x="5175504" y="2926080"/>
            <a:ext cx="274320" cy="822960"/>
          </a:xfrm>
          <a:prstGeom prst="rect">
            <a:avLst/>
          </a:prstGeom>
          <a:solidFill>
            <a:srgbClr val="00F5FF">
              <a:alpha val="18000"/>
            </a:srgbClr>
          </a:solidFill>
          <a:ln w="12700">
            <a:solidFill>
              <a:srgbClr val="000000"/>
            </a:solidFill>
            <a:prstDash val="solid"/>
          </a:ln>
        </p:spPr>
      </p:sp>
      <p:sp>
        <p:nvSpPr>
          <p:cNvPr id="40" name="Text 38"/>
          <p:cNvSpPr/>
          <p:nvPr/>
        </p:nvSpPr>
        <p:spPr>
          <a:xfrm>
            <a:off x="4736592" y="2926080"/>
            <a:ext cx="713232" cy="8229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41" name="Text 39"/>
          <p:cNvSpPr/>
          <p:nvPr/>
        </p:nvSpPr>
        <p:spPr>
          <a:xfrm>
            <a:off x="5541264" y="2999232"/>
            <a:ext cx="1371600" cy="237744"/>
          </a:xfrm>
          <a:prstGeom prst="rect">
            <a:avLst/>
          </a:prstGeom>
          <a:noFill/>
          <a:ln/>
        </p:spPr>
        <p:txBody>
          <a:bodyPr wrap="square" lIns="0" tIns="0" rIns="0" bIns="0" rtlCol="0" anchor="ctr"/>
          <a:lstStyle/>
          <a:p>
            <a:pPr indent="0" marL="0">
              <a:buNone/>
            </a:pPr>
            <a:r>
              <a:rPr lang="en-US" sz="900" b="1" spc="100" kern="0" dirty="0">
                <a:solidFill>
                  <a:srgbClr val="00F5FF"/>
                </a:solidFill>
                <a:latin typeface="Consolas" pitchFamily="34" charset="0"/>
                <a:ea typeface="Consolas" pitchFamily="34" charset="-122"/>
                <a:cs typeface="Consolas" pitchFamily="34" charset="-120"/>
              </a:rPr>
              <a:t>BLOCKCHAIN</a:t>
            </a:r>
            <a:endParaRPr lang="en-US" sz="900" dirty="0"/>
          </a:p>
        </p:txBody>
      </p:sp>
      <p:sp>
        <p:nvSpPr>
          <p:cNvPr id="42" name="Text 40"/>
          <p:cNvSpPr/>
          <p:nvPr/>
        </p:nvSpPr>
        <p:spPr>
          <a:xfrm>
            <a:off x="5541264" y="3255264"/>
            <a:ext cx="3401568" cy="420624"/>
          </a:xfrm>
          <a:prstGeom prst="rect">
            <a:avLst/>
          </a:prstGeom>
          <a:noFill/>
          <a:ln/>
        </p:spPr>
        <p:txBody>
          <a:bodyPr wrap="square" lIns="0" tIns="0" rIns="0" bIns="0" rtlCol="0" anchor="ctr"/>
          <a:lstStyle/>
          <a:p>
            <a:pPr indent="0" marL="0">
              <a:buNone/>
            </a:pPr>
            <a:r>
              <a:rPr lang="en-US" sz="920" dirty="0">
                <a:solidFill>
                  <a:srgbClr val="3D6080"/>
                </a:solidFill>
                <a:latin typeface="Calibri" pitchFamily="34" charset="0"/>
                <a:ea typeface="Calibri" pitchFamily="34" charset="-122"/>
                <a:cs typeface="Calibri" pitchFamily="34" charset="-120"/>
              </a:rPr>
              <a:t>Custom JavaScript SHA-256  ·  Chain validation  ·  Tamper-proof blocks</a:t>
            </a:r>
            <a:endParaRPr lang="en-US" sz="920" dirty="0"/>
          </a:p>
        </p:txBody>
      </p:sp>
      <p:sp>
        <p:nvSpPr>
          <p:cNvPr id="43" name="Shape 41"/>
          <p:cNvSpPr/>
          <p:nvPr/>
        </p:nvSpPr>
        <p:spPr>
          <a:xfrm>
            <a:off x="274320" y="3895344"/>
            <a:ext cx="4297680" cy="822960"/>
          </a:xfrm>
          <a:prstGeom prst="roundRect">
            <a:avLst>
              <a:gd name="adj" fmla="val 7778"/>
            </a:avLst>
          </a:prstGeom>
          <a:solidFill>
            <a:srgbClr val="112030"/>
          </a:solidFill>
          <a:ln w="12700">
            <a:solidFill>
              <a:srgbClr val="FF2060"/>
            </a:solidFill>
            <a:prstDash val="solid"/>
          </a:ln>
          <a:effectLst>
            <a:outerShdw sx="100000" sy="100000" kx="0" ky="0" algn="bl" rotWithShape="0" blurRad="279400" dist="50800" dir="16200000">
              <a:srgbClr val="FF2060">
                <a:alpha val="15000"/>
              </a:srgbClr>
            </a:outerShdw>
          </a:effectLst>
        </p:spPr>
      </p:sp>
      <p:sp>
        <p:nvSpPr>
          <p:cNvPr id="44" name="Shape 42"/>
          <p:cNvSpPr/>
          <p:nvPr/>
        </p:nvSpPr>
        <p:spPr>
          <a:xfrm>
            <a:off x="274320" y="3895344"/>
            <a:ext cx="713232" cy="822960"/>
          </a:xfrm>
          <a:prstGeom prst="roundRect">
            <a:avLst>
              <a:gd name="adj" fmla="val 8974"/>
            </a:avLst>
          </a:prstGeom>
          <a:solidFill>
            <a:srgbClr val="FF2060">
              <a:alpha val="18000"/>
            </a:srgbClr>
          </a:solidFill>
          <a:ln w="12700">
            <a:solidFill>
              <a:srgbClr val="000000"/>
            </a:solidFill>
            <a:prstDash val="solid"/>
          </a:ln>
        </p:spPr>
      </p:sp>
      <p:sp>
        <p:nvSpPr>
          <p:cNvPr id="45" name="Shape 43"/>
          <p:cNvSpPr/>
          <p:nvPr/>
        </p:nvSpPr>
        <p:spPr>
          <a:xfrm>
            <a:off x="713232" y="3895344"/>
            <a:ext cx="274320" cy="822960"/>
          </a:xfrm>
          <a:prstGeom prst="rect">
            <a:avLst/>
          </a:prstGeom>
          <a:solidFill>
            <a:srgbClr val="FF2060">
              <a:alpha val="18000"/>
            </a:srgbClr>
          </a:solidFill>
          <a:ln w="12700">
            <a:solidFill>
              <a:srgbClr val="000000"/>
            </a:solidFill>
            <a:prstDash val="solid"/>
          </a:ln>
        </p:spPr>
      </p:sp>
      <p:sp>
        <p:nvSpPr>
          <p:cNvPr id="46" name="Text 44"/>
          <p:cNvSpPr/>
          <p:nvPr/>
        </p:nvSpPr>
        <p:spPr>
          <a:xfrm>
            <a:off x="274320" y="3895344"/>
            <a:ext cx="713232" cy="8229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47" name="Text 45"/>
          <p:cNvSpPr/>
          <p:nvPr/>
        </p:nvSpPr>
        <p:spPr>
          <a:xfrm>
            <a:off x="1078992" y="3968496"/>
            <a:ext cx="1371600" cy="237744"/>
          </a:xfrm>
          <a:prstGeom prst="rect">
            <a:avLst/>
          </a:prstGeom>
          <a:noFill/>
          <a:ln/>
        </p:spPr>
        <p:txBody>
          <a:bodyPr wrap="square" lIns="0" tIns="0" rIns="0" bIns="0" rtlCol="0" anchor="ctr"/>
          <a:lstStyle/>
          <a:p>
            <a:pPr indent="0" marL="0">
              <a:buNone/>
            </a:pPr>
            <a:r>
              <a:rPr lang="en-US" sz="900" b="1" spc="100" kern="0" dirty="0">
                <a:solidFill>
                  <a:srgbClr val="FF2060"/>
                </a:solidFill>
                <a:latin typeface="Consolas" pitchFamily="34" charset="0"/>
                <a:ea typeface="Consolas" pitchFamily="34" charset="-122"/>
                <a:cs typeface="Consolas" pitchFamily="34" charset="-120"/>
              </a:rPr>
              <a:t>AUTH</a:t>
            </a:r>
            <a:endParaRPr lang="en-US" sz="900" dirty="0"/>
          </a:p>
        </p:txBody>
      </p:sp>
      <p:sp>
        <p:nvSpPr>
          <p:cNvPr id="48" name="Text 46"/>
          <p:cNvSpPr/>
          <p:nvPr/>
        </p:nvSpPr>
        <p:spPr>
          <a:xfrm>
            <a:off x="1078992" y="4224528"/>
            <a:ext cx="3401568" cy="420624"/>
          </a:xfrm>
          <a:prstGeom prst="rect">
            <a:avLst/>
          </a:prstGeom>
          <a:noFill/>
          <a:ln/>
        </p:spPr>
        <p:txBody>
          <a:bodyPr wrap="square" lIns="0" tIns="0" rIns="0" bIns="0" rtlCol="0" anchor="ctr"/>
          <a:lstStyle/>
          <a:p>
            <a:pPr indent="0" marL="0">
              <a:buNone/>
            </a:pPr>
            <a:r>
              <a:rPr lang="en-US" sz="920" dirty="0">
                <a:solidFill>
                  <a:srgbClr val="3D6080"/>
                </a:solidFill>
                <a:latin typeface="Calibri" pitchFamily="34" charset="0"/>
                <a:ea typeface="Calibri" pitchFamily="34" charset="-122"/>
                <a:cs typeface="Calibri" pitchFamily="34" charset="-120"/>
              </a:rPr>
              <a:t>Mobile OTP  ·  Backend API Auth  ·  Any device login  ·  Role-based ✅</a:t>
            </a:r>
            <a:endParaRPr lang="en-US" sz="920" dirty="0"/>
          </a:p>
        </p:txBody>
      </p:sp>
      <p:sp>
        <p:nvSpPr>
          <p:cNvPr id="49" name="Shape 47"/>
          <p:cNvSpPr/>
          <p:nvPr/>
        </p:nvSpPr>
        <p:spPr>
          <a:xfrm>
            <a:off x="4736592" y="3895344"/>
            <a:ext cx="4297680" cy="822960"/>
          </a:xfrm>
          <a:prstGeom prst="roundRect">
            <a:avLst>
              <a:gd name="adj" fmla="val 7778"/>
            </a:avLst>
          </a:prstGeom>
          <a:solidFill>
            <a:srgbClr val="112030"/>
          </a:solidFill>
          <a:ln w="12700">
            <a:solidFill>
              <a:srgbClr val="FF7020"/>
            </a:solidFill>
            <a:prstDash val="solid"/>
          </a:ln>
          <a:effectLst>
            <a:outerShdw sx="100000" sy="100000" kx="0" ky="0" algn="bl" rotWithShape="0" blurRad="279400" dist="50800" dir="16200000">
              <a:srgbClr val="FF7020">
                <a:alpha val="15000"/>
              </a:srgbClr>
            </a:outerShdw>
          </a:effectLst>
        </p:spPr>
      </p:sp>
      <p:sp>
        <p:nvSpPr>
          <p:cNvPr id="50" name="Shape 48"/>
          <p:cNvSpPr/>
          <p:nvPr/>
        </p:nvSpPr>
        <p:spPr>
          <a:xfrm>
            <a:off x="4736592" y="3895344"/>
            <a:ext cx="713232" cy="822960"/>
          </a:xfrm>
          <a:prstGeom prst="roundRect">
            <a:avLst>
              <a:gd name="adj" fmla="val 8974"/>
            </a:avLst>
          </a:prstGeom>
          <a:solidFill>
            <a:srgbClr val="FF7020">
              <a:alpha val="18000"/>
            </a:srgbClr>
          </a:solidFill>
          <a:ln w="12700">
            <a:solidFill>
              <a:srgbClr val="000000"/>
            </a:solidFill>
            <a:prstDash val="solid"/>
          </a:ln>
        </p:spPr>
      </p:sp>
      <p:sp>
        <p:nvSpPr>
          <p:cNvPr id="51" name="Shape 49"/>
          <p:cNvSpPr/>
          <p:nvPr/>
        </p:nvSpPr>
        <p:spPr>
          <a:xfrm>
            <a:off x="5175504" y="3895344"/>
            <a:ext cx="274320" cy="822960"/>
          </a:xfrm>
          <a:prstGeom prst="rect">
            <a:avLst/>
          </a:prstGeom>
          <a:solidFill>
            <a:srgbClr val="FF7020">
              <a:alpha val="18000"/>
            </a:srgbClr>
          </a:solidFill>
          <a:ln w="12700">
            <a:solidFill>
              <a:srgbClr val="000000"/>
            </a:solidFill>
            <a:prstDash val="solid"/>
          </a:ln>
        </p:spPr>
      </p:sp>
      <p:sp>
        <p:nvSpPr>
          <p:cNvPr id="52" name="Text 50"/>
          <p:cNvSpPr/>
          <p:nvPr/>
        </p:nvSpPr>
        <p:spPr>
          <a:xfrm>
            <a:off x="4736592" y="3895344"/>
            <a:ext cx="713232" cy="8229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53" name="Text 51"/>
          <p:cNvSpPr/>
          <p:nvPr/>
        </p:nvSpPr>
        <p:spPr>
          <a:xfrm>
            <a:off x="5541264" y="3968496"/>
            <a:ext cx="1371600" cy="237744"/>
          </a:xfrm>
          <a:prstGeom prst="rect">
            <a:avLst/>
          </a:prstGeom>
          <a:noFill/>
          <a:ln/>
        </p:spPr>
        <p:txBody>
          <a:bodyPr wrap="square" lIns="0" tIns="0" rIns="0" bIns="0" rtlCol="0" anchor="ctr"/>
          <a:lstStyle/>
          <a:p>
            <a:pPr indent="0" marL="0">
              <a:buNone/>
            </a:pPr>
            <a:r>
              <a:rPr lang="en-US" sz="900" b="1" spc="100" kern="0" dirty="0">
                <a:solidFill>
                  <a:srgbClr val="FF7020"/>
                </a:solidFill>
                <a:latin typeface="Consolas" pitchFamily="34" charset="0"/>
                <a:ea typeface="Consolas" pitchFamily="34" charset="-122"/>
                <a:cs typeface="Consolas" pitchFamily="34" charset="-120"/>
              </a:rPr>
              <a:t>AUTOMATION</a:t>
            </a:r>
            <a:endParaRPr lang="en-US" sz="900" dirty="0"/>
          </a:p>
        </p:txBody>
      </p:sp>
      <p:sp>
        <p:nvSpPr>
          <p:cNvPr id="54" name="Text 52"/>
          <p:cNvSpPr/>
          <p:nvPr/>
        </p:nvSpPr>
        <p:spPr>
          <a:xfrm>
            <a:off x="5541264" y="4224528"/>
            <a:ext cx="3401568" cy="420624"/>
          </a:xfrm>
          <a:prstGeom prst="rect">
            <a:avLst/>
          </a:prstGeom>
          <a:noFill/>
          <a:ln/>
        </p:spPr>
        <p:txBody>
          <a:bodyPr wrap="square" lIns="0" tIns="0" rIns="0" bIns="0" rtlCol="0" anchor="ctr"/>
          <a:lstStyle/>
          <a:p>
            <a:pPr indent="0" marL="0">
              <a:buNone/>
            </a:pPr>
            <a:r>
              <a:rPr lang="en-US" sz="920" dirty="0">
                <a:solidFill>
                  <a:srgbClr val="3D6080"/>
                </a:solidFill>
                <a:latin typeface="Calibri" pitchFamily="34" charset="0"/>
                <a:ea typeface="Calibri" pitchFamily="34" charset="-122"/>
                <a:cs typeface="Calibri" pitchFamily="34" charset="-120"/>
              </a:rPr>
              <a:t>8 JS jobs  ·  Event-driven  ·  Auto-assign · Escalate · Alert · Notify</a:t>
            </a:r>
            <a:endParaRPr lang="en-US" sz="920" dirty="0"/>
          </a:p>
        </p:txBody>
      </p:sp>
      <p:sp>
        <p:nvSpPr>
          <p:cNvPr id="55" name="Shape 53"/>
          <p:cNvSpPr/>
          <p:nvPr/>
        </p:nvSpPr>
        <p:spPr>
          <a:xfrm>
            <a:off x="274320" y="4901184"/>
            <a:ext cx="8595360" cy="292608"/>
          </a:xfrm>
          <a:prstGeom prst="roundRect">
            <a:avLst>
              <a:gd name="adj" fmla="val 15625"/>
            </a:avLst>
          </a:prstGeom>
          <a:solidFill>
            <a:srgbClr val="00421F"/>
          </a:solidFill>
          <a:ln w="15240">
            <a:solidFill>
              <a:srgbClr val="00FF88"/>
            </a:solidFill>
            <a:prstDash val="solid"/>
          </a:ln>
          <a:effectLst>
            <a:outerShdw sx="100000" sy="100000" kx="0" ky="0" algn="bl" rotWithShape="0" blurRad="279400" dist="50800" dir="16200000">
              <a:srgbClr val="00FF88">
                <a:alpha val="30000"/>
              </a:srgbClr>
            </a:outerShdw>
          </a:effectLst>
        </p:spPr>
      </p:sp>
      <p:sp>
        <p:nvSpPr>
          <p:cNvPr id="56" name="Text 54"/>
          <p:cNvSpPr/>
          <p:nvPr/>
        </p:nvSpPr>
        <p:spPr>
          <a:xfrm>
            <a:off x="274320" y="4901184"/>
            <a:ext cx="8595360" cy="292608"/>
          </a:xfrm>
          <a:prstGeom prst="rect">
            <a:avLst/>
          </a:prstGeom>
          <a:noFill/>
          <a:ln/>
        </p:spPr>
        <p:txBody>
          <a:bodyPr wrap="square" rtlCol="0" anchor="ctr"/>
          <a:lstStyle/>
          <a:p>
            <a:pPr algn="ctr" indent="0" marL="0">
              <a:buNone/>
            </a:pPr>
            <a:r>
              <a:rPr lang="en-US" sz="1000" b="1" dirty="0">
                <a:solidFill>
                  <a:srgbClr val="00FF88"/>
                </a:solidFill>
                <a:latin typeface="Consolas" pitchFamily="34" charset="0"/>
                <a:ea typeface="Consolas" pitchFamily="34" charset="-122"/>
                <a:cs typeface="Consolas" pitchFamily="34" charset="-120"/>
              </a:rPr>
              <a:t>✅  Frontend (Vercel) + Backend (Render) + PostgreSQL DB — Sab LIVE · FREE FOREVER · Backend-Connected ✅</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20C18"/>
        </a:solidFill>
      </p:bgPr>
    </p:bg>
    <p:spTree>
      <p:nvGrpSpPr>
        <p:cNvPr id="1" name=""/>
        <p:cNvGrpSpPr/>
        <p:nvPr/>
      </p:nvGrpSpPr>
      <p:grpSpPr>
        <a:xfrm>
          <a:off x="0" y="0"/>
          <a:ext cx="0" cy="0"/>
          <a:chOff x="0" y="0"/>
          <a:chExt cx="0" cy="0"/>
        </a:xfrm>
      </p:grpSpPr>
      <p:sp>
        <p:nvSpPr>
          <p:cNvPr id="2" name="Shape 0"/>
          <p:cNvSpPr/>
          <p:nvPr/>
        </p:nvSpPr>
        <p:spPr>
          <a:xfrm>
            <a:off x="-1828800" y="-914400"/>
            <a:ext cx="6400800" cy="5486400"/>
          </a:xfrm>
          <a:prstGeom prst="ellipse">
            <a:avLst/>
          </a:prstGeom>
          <a:solidFill>
            <a:srgbClr val="B040FF">
              <a:alpha val="4000"/>
            </a:srgbClr>
          </a:solidFill>
          <a:ln w="12700">
            <a:solidFill>
              <a:srgbClr val="000000"/>
            </a:solidFill>
            <a:prstDash val="solid"/>
          </a:ln>
        </p:spPr>
      </p:sp>
      <p:sp>
        <p:nvSpPr>
          <p:cNvPr id="3" name="Shape 1"/>
          <p:cNvSpPr/>
          <p:nvPr/>
        </p:nvSpPr>
        <p:spPr>
          <a:xfrm>
            <a:off x="5943600" y="2743200"/>
            <a:ext cx="5486400" cy="4572000"/>
          </a:xfrm>
          <a:prstGeom prst="ellipse">
            <a:avLst/>
          </a:prstGeom>
          <a:solidFill>
            <a:srgbClr val="00F5FF">
              <a:alpha val="4000"/>
            </a:srgbClr>
          </a:solidFill>
          <a:ln w="12700">
            <a:solidFill>
              <a:srgbClr val="000000"/>
            </a:solidFill>
            <a:prstDash val="solid"/>
          </a:ln>
        </p:spPr>
      </p:sp>
      <p:sp>
        <p:nvSpPr>
          <p:cNvPr id="4" name="Shape 2"/>
          <p:cNvSpPr/>
          <p:nvPr/>
        </p:nvSpPr>
        <p:spPr>
          <a:xfrm>
            <a:off x="2743200" y="3657600"/>
            <a:ext cx="4572000" cy="3657600"/>
          </a:xfrm>
          <a:prstGeom prst="ellipse">
            <a:avLst/>
          </a:prstGeom>
          <a:solidFill>
            <a:srgbClr val="3D8EFF">
              <a:alpha val="3000"/>
            </a:srgbClr>
          </a:solidFill>
          <a:ln w="12700">
            <a:solidFill>
              <a:srgbClr val="000000"/>
            </a:solidFill>
            <a:prstDash val="solid"/>
          </a:ln>
        </p:spPr>
      </p:sp>
      <p:sp>
        <p:nvSpPr>
          <p:cNvPr id="5" name="Text 3"/>
          <p:cNvSpPr/>
          <p:nvPr/>
        </p:nvSpPr>
        <p:spPr>
          <a:xfrm>
            <a:off x="365760" y="91440"/>
            <a:ext cx="8412480" cy="201168"/>
          </a:xfrm>
          <a:prstGeom prst="rect">
            <a:avLst/>
          </a:prstGeom>
          <a:noFill/>
          <a:ln/>
        </p:spPr>
        <p:txBody>
          <a:bodyPr wrap="square" rtlCol="0" anchor="ctr"/>
          <a:lstStyle/>
          <a:p>
            <a:pPr algn="ctr" indent="0" marL="0">
              <a:buNone/>
            </a:pPr>
            <a:r>
              <a:rPr lang="en-US" sz="750" spc="500" kern="0" dirty="0">
                <a:solidFill>
                  <a:srgbClr val="00FF88"/>
                </a:solidFill>
                <a:latin typeface="Consolas" pitchFamily="34" charset="0"/>
                <a:ea typeface="Consolas" pitchFamily="34" charset="-122"/>
                <a:cs typeface="Consolas" pitchFamily="34" charset="-120"/>
              </a:rPr>
              <a:t>COMPETITIVE ADVANTAGE</a:t>
            </a:r>
            <a:endParaRPr lang="en-US" sz="750" dirty="0"/>
          </a:p>
        </p:txBody>
      </p:sp>
      <p:sp>
        <p:nvSpPr>
          <p:cNvPr id="6" name="Text 4"/>
          <p:cNvSpPr/>
          <p:nvPr/>
        </p:nvSpPr>
        <p:spPr>
          <a:xfrm>
            <a:off x="365760" y="256032"/>
            <a:ext cx="8412480" cy="548640"/>
          </a:xfrm>
          <a:prstGeom prst="rect">
            <a:avLst/>
          </a:prstGeom>
          <a:noFill/>
          <a:ln/>
        </p:spPr>
        <p:txBody>
          <a:bodyPr wrap="square" rtlCol="0" anchor="ctr"/>
          <a:lstStyle/>
          <a:p>
            <a:pPr algn="ctr" indent="0" marL="0">
              <a:buNone/>
            </a:pPr>
            <a:r>
              <a:rPr lang="en-US" sz="3600" b="1" dirty="0">
                <a:solidFill>
                  <a:srgbClr val="EEF6FF"/>
                </a:solidFill>
                <a:latin typeface="Calibri" pitchFamily="34" charset="0"/>
                <a:ea typeface="Calibri" pitchFamily="34" charset="-122"/>
                <a:cs typeface="Calibri" pitchFamily="34" charset="-120"/>
              </a:rPr>
              <a:t>CivicEye vs The World</a:t>
            </a:r>
            <a:endParaRPr lang="en-US" sz="3600" dirty="0"/>
          </a:p>
        </p:txBody>
      </p:sp>
      <p:sp>
        <p:nvSpPr>
          <p:cNvPr id="7" name="Shape 5"/>
          <p:cNvSpPr/>
          <p:nvPr/>
        </p:nvSpPr>
        <p:spPr>
          <a:xfrm>
            <a:off x="256032" y="914400"/>
            <a:ext cx="2752344" cy="347472"/>
          </a:xfrm>
          <a:prstGeom prst="roundRect">
            <a:avLst>
              <a:gd name="adj" fmla="val 13158"/>
            </a:avLst>
          </a:prstGeom>
          <a:solidFill>
            <a:srgbClr val="112030"/>
          </a:solidFill>
          <a:ln w="12700">
            <a:solidFill>
              <a:srgbClr val="112030"/>
            </a:solidFill>
            <a:prstDash val="solid"/>
          </a:ln>
        </p:spPr>
      </p:sp>
      <p:sp>
        <p:nvSpPr>
          <p:cNvPr id="8" name="Text 6"/>
          <p:cNvSpPr/>
          <p:nvPr/>
        </p:nvSpPr>
        <p:spPr>
          <a:xfrm>
            <a:off x="256032" y="914400"/>
            <a:ext cx="2752344" cy="347472"/>
          </a:xfrm>
          <a:prstGeom prst="rect">
            <a:avLst/>
          </a:prstGeom>
          <a:noFill/>
          <a:ln/>
        </p:spPr>
        <p:txBody>
          <a:bodyPr wrap="square" lIns="0" tIns="0" rIns="0" bIns="0" rtlCol="0" anchor="ctr"/>
          <a:lstStyle/>
          <a:p>
            <a:pPr algn="ctr" indent="0" marL="0">
              <a:buNone/>
            </a:pPr>
            <a:r>
              <a:rPr lang="en-US" sz="1050" b="1" dirty="0">
                <a:solidFill>
                  <a:srgbClr val="EEF6FF"/>
                </a:solidFill>
                <a:latin typeface="Calibri" pitchFamily="34" charset="0"/>
                <a:ea typeface="Calibri" pitchFamily="34" charset="-122"/>
                <a:cs typeface="Calibri" pitchFamily="34" charset="-120"/>
              </a:rPr>
              <a:t>Feature</a:t>
            </a:r>
            <a:endParaRPr lang="en-US" sz="1050" dirty="0"/>
          </a:p>
        </p:txBody>
      </p:sp>
      <p:sp>
        <p:nvSpPr>
          <p:cNvPr id="9" name="Shape 7"/>
          <p:cNvSpPr/>
          <p:nvPr/>
        </p:nvSpPr>
        <p:spPr>
          <a:xfrm>
            <a:off x="3090672" y="914400"/>
            <a:ext cx="2423160" cy="347472"/>
          </a:xfrm>
          <a:prstGeom prst="roundRect">
            <a:avLst>
              <a:gd name="adj" fmla="val 13158"/>
            </a:avLst>
          </a:prstGeom>
          <a:solidFill>
            <a:srgbClr val="00F5FF"/>
          </a:solidFill>
          <a:ln w="12700">
            <a:solidFill>
              <a:srgbClr val="00F5FF"/>
            </a:solidFill>
            <a:prstDash val="solid"/>
          </a:ln>
          <a:effectLst>
            <a:outerShdw sx="100000" sy="100000" kx="0" ky="0" algn="bl" rotWithShape="0" blurRad="279400" dist="50800" dir="16200000">
              <a:srgbClr val="00F5FF">
                <a:alpha val="50000"/>
              </a:srgbClr>
            </a:outerShdw>
          </a:effectLst>
        </p:spPr>
      </p:sp>
      <p:sp>
        <p:nvSpPr>
          <p:cNvPr id="10" name="Text 8"/>
          <p:cNvSpPr/>
          <p:nvPr/>
        </p:nvSpPr>
        <p:spPr>
          <a:xfrm>
            <a:off x="3090672" y="914400"/>
            <a:ext cx="2423160" cy="347472"/>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 CivicEye v6</a:t>
            </a:r>
            <a:endParaRPr lang="en-US" sz="1050" dirty="0"/>
          </a:p>
        </p:txBody>
      </p:sp>
      <p:sp>
        <p:nvSpPr>
          <p:cNvPr id="11" name="Shape 9"/>
          <p:cNvSpPr/>
          <p:nvPr/>
        </p:nvSpPr>
        <p:spPr>
          <a:xfrm>
            <a:off x="5596128" y="914400"/>
            <a:ext cx="1618488" cy="347472"/>
          </a:xfrm>
          <a:prstGeom prst="roundRect">
            <a:avLst>
              <a:gd name="adj" fmla="val 13158"/>
            </a:avLst>
          </a:prstGeom>
          <a:solidFill>
            <a:srgbClr val="112030"/>
          </a:solidFill>
          <a:ln w="12700">
            <a:solidFill>
              <a:srgbClr val="112030"/>
            </a:solidFill>
            <a:prstDash val="solid"/>
          </a:ln>
        </p:spPr>
      </p:sp>
      <p:sp>
        <p:nvSpPr>
          <p:cNvPr id="12" name="Text 10"/>
          <p:cNvSpPr/>
          <p:nvPr/>
        </p:nvSpPr>
        <p:spPr>
          <a:xfrm>
            <a:off x="5596128" y="914400"/>
            <a:ext cx="1618488" cy="347472"/>
          </a:xfrm>
          <a:prstGeom prst="rect">
            <a:avLst/>
          </a:prstGeom>
          <a:noFill/>
          <a:ln/>
        </p:spPr>
        <p:txBody>
          <a:bodyPr wrap="square" lIns="0" tIns="0" rIns="0" bIns="0" rtlCol="0" anchor="ctr"/>
          <a:lstStyle/>
          <a:p>
            <a:pPr algn="ctr" indent="0" marL="0">
              <a:buNone/>
            </a:pPr>
            <a:r>
              <a:rPr lang="en-US" sz="1050" b="1" dirty="0">
                <a:solidFill>
                  <a:srgbClr val="EEF6FF"/>
                </a:solidFill>
                <a:latin typeface="Calibri" pitchFamily="34" charset="0"/>
                <a:ea typeface="Calibri" pitchFamily="34" charset="-122"/>
                <a:cs typeface="Calibri" pitchFamily="34" charset="-120"/>
              </a:rPr>
              <a:t>🏛 CPGRAMS</a:t>
            </a:r>
            <a:endParaRPr lang="en-US" sz="1050" dirty="0"/>
          </a:p>
        </p:txBody>
      </p:sp>
      <p:sp>
        <p:nvSpPr>
          <p:cNvPr id="13" name="Shape 11"/>
          <p:cNvSpPr/>
          <p:nvPr/>
        </p:nvSpPr>
        <p:spPr>
          <a:xfrm>
            <a:off x="7296912" y="914400"/>
            <a:ext cx="1673352" cy="347472"/>
          </a:xfrm>
          <a:prstGeom prst="roundRect">
            <a:avLst>
              <a:gd name="adj" fmla="val 13158"/>
            </a:avLst>
          </a:prstGeom>
          <a:solidFill>
            <a:srgbClr val="112030"/>
          </a:solidFill>
          <a:ln w="12700">
            <a:solidFill>
              <a:srgbClr val="112030"/>
            </a:solidFill>
            <a:prstDash val="solid"/>
          </a:ln>
        </p:spPr>
      </p:sp>
      <p:sp>
        <p:nvSpPr>
          <p:cNvPr id="14" name="Text 12"/>
          <p:cNvSpPr/>
          <p:nvPr/>
        </p:nvSpPr>
        <p:spPr>
          <a:xfrm>
            <a:off x="7296912" y="914400"/>
            <a:ext cx="1673352" cy="347472"/>
          </a:xfrm>
          <a:prstGeom prst="rect">
            <a:avLst/>
          </a:prstGeom>
          <a:noFill/>
          <a:ln/>
        </p:spPr>
        <p:txBody>
          <a:bodyPr wrap="square" lIns="0" tIns="0" rIns="0" bIns="0" rtlCol="0" anchor="ctr"/>
          <a:lstStyle/>
          <a:p>
            <a:pPr algn="ctr" indent="0" marL="0">
              <a:buNone/>
            </a:pPr>
            <a:r>
              <a:rPr lang="en-US" sz="1050" b="1" dirty="0">
                <a:solidFill>
                  <a:srgbClr val="EEF6FF"/>
                </a:solidFill>
                <a:latin typeface="Calibri" pitchFamily="34" charset="0"/>
                <a:ea typeface="Calibri" pitchFamily="34" charset="-122"/>
                <a:cs typeface="Calibri" pitchFamily="34" charset="-120"/>
              </a:rPr>
              <a:t>📱 311 Apps</a:t>
            </a:r>
            <a:endParaRPr lang="en-US" sz="1050" dirty="0"/>
          </a:p>
        </p:txBody>
      </p:sp>
      <p:sp>
        <p:nvSpPr>
          <p:cNvPr id="15" name="Shape 13"/>
          <p:cNvSpPr/>
          <p:nvPr/>
        </p:nvSpPr>
        <p:spPr>
          <a:xfrm>
            <a:off x="256032" y="1280160"/>
            <a:ext cx="2752344" cy="310896"/>
          </a:xfrm>
          <a:prstGeom prst="rect">
            <a:avLst/>
          </a:prstGeom>
          <a:solidFill>
            <a:srgbClr val="030E1A"/>
          </a:solidFill>
          <a:ln w="3175">
            <a:solidFill>
              <a:srgbClr val="3D6080"/>
            </a:solidFill>
            <a:prstDash val="solid"/>
          </a:ln>
        </p:spPr>
      </p:sp>
      <p:sp>
        <p:nvSpPr>
          <p:cNvPr id="16" name="Text 14"/>
          <p:cNvSpPr/>
          <p:nvPr/>
        </p:nvSpPr>
        <p:spPr>
          <a:xfrm>
            <a:off x="329184" y="1280160"/>
            <a:ext cx="2633472" cy="310896"/>
          </a:xfrm>
          <a:prstGeom prst="rect">
            <a:avLst/>
          </a:prstGeom>
          <a:noFill/>
          <a:ln/>
        </p:spPr>
        <p:txBody>
          <a:bodyPr wrap="square" lIns="0" tIns="0" rIns="0" bIns="0" rtlCol="0" anchor="ctr"/>
          <a:lstStyle/>
          <a:p>
            <a:pPr indent="0" marL="0">
              <a:buNone/>
            </a:pPr>
            <a:r>
              <a:rPr lang="en-US" sz="880" dirty="0">
                <a:solidFill>
                  <a:srgbClr val="EEF6FF"/>
                </a:solidFill>
                <a:latin typeface="Calibri" pitchFamily="34" charset="0"/>
                <a:ea typeface="Calibri" pitchFamily="34" charset="-122"/>
                <a:cs typeface="Calibri" pitchFamily="34" charset="-120"/>
              </a:rPr>
              <a:t>AI Classification</a:t>
            </a:r>
            <a:endParaRPr lang="en-US" sz="880" dirty="0"/>
          </a:p>
        </p:txBody>
      </p:sp>
      <p:sp>
        <p:nvSpPr>
          <p:cNvPr id="17" name="Shape 15"/>
          <p:cNvSpPr/>
          <p:nvPr/>
        </p:nvSpPr>
        <p:spPr>
          <a:xfrm>
            <a:off x="3090672" y="1280160"/>
            <a:ext cx="2423160" cy="310896"/>
          </a:xfrm>
          <a:prstGeom prst="rect">
            <a:avLst/>
          </a:prstGeom>
          <a:solidFill>
            <a:srgbClr val="02160A"/>
          </a:solidFill>
          <a:ln w="8890">
            <a:solidFill>
              <a:srgbClr val="00FF88"/>
            </a:solidFill>
            <a:prstDash val="solid"/>
          </a:ln>
        </p:spPr>
      </p:sp>
      <p:sp>
        <p:nvSpPr>
          <p:cNvPr id="18" name="Text 16"/>
          <p:cNvSpPr/>
          <p:nvPr/>
        </p:nvSpPr>
        <p:spPr>
          <a:xfrm>
            <a:off x="3163824" y="1280160"/>
            <a:ext cx="2304288" cy="310896"/>
          </a:xfrm>
          <a:prstGeom prst="rect">
            <a:avLst/>
          </a:prstGeom>
          <a:noFill/>
          <a:ln/>
        </p:spPr>
        <p:txBody>
          <a:bodyPr wrap="square" lIns="0" tIns="0" rIns="0" bIns="0" rtlCol="0" anchor="ctr"/>
          <a:lstStyle/>
          <a:p>
            <a:pPr indent="0" marL="0">
              <a:buNone/>
            </a:pPr>
            <a:r>
              <a:rPr lang="en-US" sz="880" dirty="0">
                <a:solidFill>
                  <a:srgbClr val="00FF88"/>
                </a:solidFill>
                <a:latin typeface="Calibri" pitchFamily="34" charset="0"/>
                <a:ea typeface="Calibri" pitchFamily="34" charset="-122"/>
                <a:cs typeface="Calibri" pitchFamily="34" charset="-120"/>
              </a:rPr>
              <a:t>✅ 8 cats · 0-100</a:t>
            </a:r>
            <a:endParaRPr lang="en-US" sz="880" dirty="0"/>
          </a:p>
        </p:txBody>
      </p:sp>
      <p:sp>
        <p:nvSpPr>
          <p:cNvPr id="19" name="Shape 17"/>
          <p:cNvSpPr/>
          <p:nvPr/>
        </p:nvSpPr>
        <p:spPr>
          <a:xfrm>
            <a:off x="5596128" y="1280160"/>
            <a:ext cx="1618488" cy="310896"/>
          </a:xfrm>
          <a:prstGeom prst="rect">
            <a:avLst/>
          </a:prstGeom>
          <a:solidFill>
            <a:srgbClr val="030E1A"/>
          </a:solidFill>
          <a:ln w="3175">
            <a:solidFill>
              <a:srgbClr val="3D6080"/>
            </a:solidFill>
            <a:prstDash val="solid"/>
          </a:ln>
        </p:spPr>
      </p:sp>
      <p:sp>
        <p:nvSpPr>
          <p:cNvPr id="20" name="Text 18"/>
          <p:cNvSpPr/>
          <p:nvPr/>
        </p:nvSpPr>
        <p:spPr>
          <a:xfrm>
            <a:off x="5669280" y="1280160"/>
            <a:ext cx="1499616" cy="310896"/>
          </a:xfrm>
          <a:prstGeom prst="rect">
            <a:avLst/>
          </a:prstGeom>
          <a:noFill/>
          <a:ln/>
        </p:spPr>
        <p:txBody>
          <a:bodyPr wrap="square" lIns="0" tIns="0" rIns="0" bIns="0" rtlCol="0" anchor="ctr"/>
          <a:lstStyle/>
          <a:p>
            <a:pPr indent="0" marL="0">
              <a:buNone/>
            </a:pPr>
            <a:r>
              <a:rPr lang="en-US" sz="880" dirty="0">
                <a:solidFill>
                  <a:srgbClr val="FF2060"/>
                </a:solidFill>
                <a:latin typeface="Calibri" pitchFamily="34" charset="0"/>
                <a:ea typeface="Calibri" pitchFamily="34" charset="-122"/>
                <a:cs typeface="Calibri" pitchFamily="34" charset="-120"/>
              </a:rPr>
              <a:t>❌ Manual</a:t>
            </a:r>
            <a:endParaRPr lang="en-US" sz="880" dirty="0"/>
          </a:p>
        </p:txBody>
      </p:sp>
      <p:sp>
        <p:nvSpPr>
          <p:cNvPr id="21" name="Shape 19"/>
          <p:cNvSpPr/>
          <p:nvPr/>
        </p:nvSpPr>
        <p:spPr>
          <a:xfrm>
            <a:off x="7296912" y="1280160"/>
            <a:ext cx="1673352" cy="310896"/>
          </a:xfrm>
          <a:prstGeom prst="rect">
            <a:avLst/>
          </a:prstGeom>
          <a:solidFill>
            <a:srgbClr val="030E1A"/>
          </a:solidFill>
          <a:ln w="3175">
            <a:solidFill>
              <a:srgbClr val="3D6080"/>
            </a:solidFill>
            <a:prstDash val="solid"/>
          </a:ln>
        </p:spPr>
      </p:sp>
      <p:sp>
        <p:nvSpPr>
          <p:cNvPr id="22" name="Text 20"/>
          <p:cNvSpPr/>
          <p:nvPr/>
        </p:nvSpPr>
        <p:spPr>
          <a:xfrm>
            <a:off x="7370064" y="1280160"/>
            <a:ext cx="1554480" cy="310896"/>
          </a:xfrm>
          <a:prstGeom prst="rect">
            <a:avLst/>
          </a:prstGeom>
          <a:noFill/>
          <a:ln/>
        </p:spPr>
        <p:txBody>
          <a:bodyPr wrap="square" lIns="0" tIns="0" rIns="0" bIns="0" rtlCol="0" anchor="ctr"/>
          <a:lstStyle/>
          <a:p>
            <a:pPr indent="0" marL="0">
              <a:buNone/>
            </a:pPr>
            <a:r>
              <a:rPr lang="en-US" sz="880" dirty="0">
                <a:solidFill>
                  <a:srgbClr val="FF2060"/>
                </a:solidFill>
                <a:latin typeface="Calibri" pitchFamily="34" charset="0"/>
                <a:ea typeface="Calibri" pitchFamily="34" charset="-122"/>
                <a:cs typeface="Calibri" pitchFamily="34" charset="-120"/>
              </a:rPr>
              <a:t>❌ Basic</a:t>
            </a:r>
            <a:endParaRPr lang="en-US" sz="880" dirty="0"/>
          </a:p>
        </p:txBody>
      </p:sp>
      <p:sp>
        <p:nvSpPr>
          <p:cNvPr id="23" name="Shape 21"/>
          <p:cNvSpPr/>
          <p:nvPr/>
        </p:nvSpPr>
        <p:spPr>
          <a:xfrm>
            <a:off x="256032" y="1613916"/>
            <a:ext cx="2752344" cy="310896"/>
          </a:xfrm>
          <a:prstGeom prst="rect">
            <a:avLst/>
          </a:prstGeom>
          <a:solidFill>
            <a:srgbClr val="112030"/>
          </a:solidFill>
          <a:ln w="3175">
            <a:solidFill>
              <a:srgbClr val="3D6080"/>
            </a:solidFill>
            <a:prstDash val="solid"/>
          </a:ln>
        </p:spPr>
      </p:sp>
      <p:sp>
        <p:nvSpPr>
          <p:cNvPr id="24" name="Text 22"/>
          <p:cNvSpPr/>
          <p:nvPr/>
        </p:nvSpPr>
        <p:spPr>
          <a:xfrm>
            <a:off x="329184" y="1613916"/>
            <a:ext cx="2633472" cy="310896"/>
          </a:xfrm>
          <a:prstGeom prst="rect">
            <a:avLst/>
          </a:prstGeom>
          <a:noFill/>
          <a:ln/>
        </p:spPr>
        <p:txBody>
          <a:bodyPr wrap="square" lIns="0" tIns="0" rIns="0" bIns="0" rtlCol="0" anchor="ctr"/>
          <a:lstStyle/>
          <a:p>
            <a:pPr indent="0" marL="0">
              <a:buNone/>
            </a:pPr>
            <a:r>
              <a:rPr lang="en-US" sz="880" dirty="0">
                <a:solidFill>
                  <a:srgbClr val="EEF6FF"/>
                </a:solidFill>
                <a:latin typeface="Calibri" pitchFamily="34" charset="0"/>
                <a:ea typeface="Calibri" pitchFamily="34" charset="-122"/>
                <a:cs typeface="Calibri" pitchFamily="34" charset="-120"/>
              </a:rPr>
              <a:t>Blockchain Audit</a:t>
            </a:r>
            <a:endParaRPr lang="en-US" sz="880" dirty="0"/>
          </a:p>
        </p:txBody>
      </p:sp>
      <p:sp>
        <p:nvSpPr>
          <p:cNvPr id="25" name="Shape 23"/>
          <p:cNvSpPr/>
          <p:nvPr/>
        </p:nvSpPr>
        <p:spPr>
          <a:xfrm>
            <a:off x="3090672" y="1613916"/>
            <a:ext cx="2423160" cy="310896"/>
          </a:xfrm>
          <a:prstGeom prst="rect">
            <a:avLst/>
          </a:prstGeom>
          <a:solidFill>
            <a:srgbClr val="02160A"/>
          </a:solidFill>
          <a:ln w="8890">
            <a:solidFill>
              <a:srgbClr val="00FF88"/>
            </a:solidFill>
            <a:prstDash val="solid"/>
          </a:ln>
        </p:spPr>
      </p:sp>
      <p:sp>
        <p:nvSpPr>
          <p:cNvPr id="26" name="Text 24"/>
          <p:cNvSpPr/>
          <p:nvPr/>
        </p:nvSpPr>
        <p:spPr>
          <a:xfrm>
            <a:off x="3163824" y="1613916"/>
            <a:ext cx="2304288" cy="310896"/>
          </a:xfrm>
          <a:prstGeom prst="rect">
            <a:avLst/>
          </a:prstGeom>
          <a:noFill/>
          <a:ln/>
        </p:spPr>
        <p:txBody>
          <a:bodyPr wrap="square" lIns="0" tIns="0" rIns="0" bIns="0" rtlCol="0" anchor="ctr"/>
          <a:lstStyle/>
          <a:p>
            <a:pPr indent="0" marL="0">
              <a:buNone/>
            </a:pPr>
            <a:r>
              <a:rPr lang="en-US" sz="880" dirty="0">
                <a:solidFill>
                  <a:srgbClr val="00FF88"/>
                </a:solidFill>
                <a:latin typeface="Calibri" pitchFamily="34" charset="0"/>
                <a:ea typeface="Calibri" pitchFamily="34" charset="-122"/>
                <a:cs typeface="Calibri" pitchFamily="34" charset="-120"/>
              </a:rPr>
              <a:t>✅ SHA-256 proof</a:t>
            </a:r>
            <a:endParaRPr lang="en-US" sz="880" dirty="0"/>
          </a:p>
        </p:txBody>
      </p:sp>
      <p:sp>
        <p:nvSpPr>
          <p:cNvPr id="27" name="Shape 25"/>
          <p:cNvSpPr/>
          <p:nvPr/>
        </p:nvSpPr>
        <p:spPr>
          <a:xfrm>
            <a:off x="5596128" y="1613916"/>
            <a:ext cx="1618488" cy="310896"/>
          </a:xfrm>
          <a:prstGeom prst="rect">
            <a:avLst/>
          </a:prstGeom>
          <a:solidFill>
            <a:srgbClr val="112030"/>
          </a:solidFill>
          <a:ln w="3175">
            <a:solidFill>
              <a:srgbClr val="3D6080"/>
            </a:solidFill>
            <a:prstDash val="solid"/>
          </a:ln>
        </p:spPr>
      </p:sp>
      <p:sp>
        <p:nvSpPr>
          <p:cNvPr id="28" name="Text 26"/>
          <p:cNvSpPr/>
          <p:nvPr/>
        </p:nvSpPr>
        <p:spPr>
          <a:xfrm>
            <a:off x="5669280" y="1613916"/>
            <a:ext cx="1499616" cy="310896"/>
          </a:xfrm>
          <a:prstGeom prst="rect">
            <a:avLst/>
          </a:prstGeom>
          <a:noFill/>
          <a:ln/>
        </p:spPr>
        <p:txBody>
          <a:bodyPr wrap="square" lIns="0" tIns="0" rIns="0" bIns="0" rtlCol="0" anchor="ctr"/>
          <a:lstStyle/>
          <a:p>
            <a:pPr indent="0" marL="0">
              <a:buNone/>
            </a:pPr>
            <a:r>
              <a:rPr lang="en-US" sz="880" dirty="0">
                <a:solidFill>
                  <a:srgbClr val="FF2060"/>
                </a:solidFill>
                <a:latin typeface="Calibri" pitchFamily="34" charset="0"/>
                <a:ea typeface="Calibri" pitchFamily="34" charset="-122"/>
                <a:cs typeface="Calibri" pitchFamily="34" charset="-120"/>
              </a:rPr>
              <a:t>❌ None</a:t>
            </a:r>
            <a:endParaRPr lang="en-US" sz="880" dirty="0"/>
          </a:p>
        </p:txBody>
      </p:sp>
      <p:sp>
        <p:nvSpPr>
          <p:cNvPr id="29" name="Shape 27"/>
          <p:cNvSpPr/>
          <p:nvPr/>
        </p:nvSpPr>
        <p:spPr>
          <a:xfrm>
            <a:off x="7296912" y="1613916"/>
            <a:ext cx="1673352" cy="310896"/>
          </a:xfrm>
          <a:prstGeom prst="rect">
            <a:avLst/>
          </a:prstGeom>
          <a:solidFill>
            <a:srgbClr val="112030"/>
          </a:solidFill>
          <a:ln w="3175">
            <a:solidFill>
              <a:srgbClr val="3D6080"/>
            </a:solidFill>
            <a:prstDash val="solid"/>
          </a:ln>
        </p:spPr>
      </p:sp>
      <p:sp>
        <p:nvSpPr>
          <p:cNvPr id="30" name="Text 28"/>
          <p:cNvSpPr/>
          <p:nvPr/>
        </p:nvSpPr>
        <p:spPr>
          <a:xfrm>
            <a:off x="7370064" y="1613916"/>
            <a:ext cx="1554480" cy="310896"/>
          </a:xfrm>
          <a:prstGeom prst="rect">
            <a:avLst/>
          </a:prstGeom>
          <a:noFill/>
          <a:ln/>
        </p:spPr>
        <p:txBody>
          <a:bodyPr wrap="square" lIns="0" tIns="0" rIns="0" bIns="0" rtlCol="0" anchor="ctr"/>
          <a:lstStyle/>
          <a:p>
            <a:pPr indent="0" marL="0">
              <a:buNone/>
            </a:pPr>
            <a:r>
              <a:rPr lang="en-US" sz="880" dirty="0">
                <a:solidFill>
                  <a:srgbClr val="FF2060"/>
                </a:solidFill>
                <a:latin typeface="Calibri" pitchFamily="34" charset="0"/>
                <a:ea typeface="Calibri" pitchFamily="34" charset="-122"/>
                <a:cs typeface="Calibri" pitchFamily="34" charset="-120"/>
              </a:rPr>
              <a:t>❌ None</a:t>
            </a:r>
            <a:endParaRPr lang="en-US" sz="880" dirty="0"/>
          </a:p>
        </p:txBody>
      </p:sp>
      <p:sp>
        <p:nvSpPr>
          <p:cNvPr id="31" name="Shape 29"/>
          <p:cNvSpPr/>
          <p:nvPr/>
        </p:nvSpPr>
        <p:spPr>
          <a:xfrm>
            <a:off x="256032" y="1947672"/>
            <a:ext cx="2752344" cy="310896"/>
          </a:xfrm>
          <a:prstGeom prst="rect">
            <a:avLst/>
          </a:prstGeom>
          <a:solidFill>
            <a:srgbClr val="030E1A"/>
          </a:solidFill>
          <a:ln w="3175">
            <a:solidFill>
              <a:srgbClr val="3D6080"/>
            </a:solidFill>
            <a:prstDash val="solid"/>
          </a:ln>
        </p:spPr>
      </p:sp>
      <p:sp>
        <p:nvSpPr>
          <p:cNvPr id="32" name="Text 30"/>
          <p:cNvSpPr/>
          <p:nvPr/>
        </p:nvSpPr>
        <p:spPr>
          <a:xfrm>
            <a:off x="329184" y="1947672"/>
            <a:ext cx="2633472" cy="310896"/>
          </a:xfrm>
          <a:prstGeom prst="rect">
            <a:avLst/>
          </a:prstGeom>
          <a:noFill/>
          <a:ln/>
        </p:spPr>
        <p:txBody>
          <a:bodyPr wrap="square" lIns="0" tIns="0" rIns="0" bIns="0" rtlCol="0" anchor="ctr"/>
          <a:lstStyle/>
          <a:p>
            <a:pPr indent="0" marL="0">
              <a:buNone/>
            </a:pPr>
            <a:r>
              <a:rPr lang="en-US" sz="880" dirty="0">
                <a:solidFill>
                  <a:srgbClr val="EEF6FF"/>
                </a:solidFill>
                <a:latin typeface="Calibri" pitchFamily="34" charset="0"/>
                <a:ea typeface="Calibri" pitchFamily="34" charset="-122"/>
                <a:cs typeface="Calibri" pitchFamily="34" charset="-120"/>
              </a:rPr>
              <a:t>Corruption Detection</a:t>
            </a:r>
            <a:endParaRPr lang="en-US" sz="880" dirty="0"/>
          </a:p>
        </p:txBody>
      </p:sp>
      <p:sp>
        <p:nvSpPr>
          <p:cNvPr id="33" name="Shape 31"/>
          <p:cNvSpPr/>
          <p:nvPr/>
        </p:nvSpPr>
        <p:spPr>
          <a:xfrm>
            <a:off x="3090672" y="1947672"/>
            <a:ext cx="2423160" cy="310896"/>
          </a:xfrm>
          <a:prstGeom prst="rect">
            <a:avLst/>
          </a:prstGeom>
          <a:solidFill>
            <a:srgbClr val="02160A"/>
          </a:solidFill>
          <a:ln w="8890">
            <a:solidFill>
              <a:srgbClr val="00FF88"/>
            </a:solidFill>
            <a:prstDash val="solid"/>
          </a:ln>
        </p:spPr>
      </p:sp>
      <p:sp>
        <p:nvSpPr>
          <p:cNvPr id="34" name="Text 32"/>
          <p:cNvSpPr/>
          <p:nvPr/>
        </p:nvSpPr>
        <p:spPr>
          <a:xfrm>
            <a:off x="3163824" y="1947672"/>
            <a:ext cx="2304288" cy="310896"/>
          </a:xfrm>
          <a:prstGeom prst="rect">
            <a:avLst/>
          </a:prstGeom>
          <a:noFill/>
          <a:ln/>
        </p:spPr>
        <p:txBody>
          <a:bodyPr wrap="square" lIns="0" tIns="0" rIns="0" bIns="0" rtlCol="0" anchor="ctr"/>
          <a:lstStyle/>
          <a:p>
            <a:pPr indent="0" marL="0">
              <a:buNone/>
            </a:pPr>
            <a:r>
              <a:rPr lang="en-US" sz="880" dirty="0">
                <a:solidFill>
                  <a:srgbClr val="00FF88"/>
                </a:solidFill>
                <a:latin typeface="Calibri" pitchFamily="34" charset="0"/>
                <a:ea typeface="Calibri" pitchFamily="34" charset="-122"/>
                <a:cs typeface="Calibri" pitchFamily="34" charset="-120"/>
              </a:rPr>
              <a:t>✅ Auto-flag</a:t>
            </a:r>
            <a:endParaRPr lang="en-US" sz="880" dirty="0"/>
          </a:p>
        </p:txBody>
      </p:sp>
      <p:sp>
        <p:nvSpPr>
          <p:cNvPr id="35" name="Shape 33"/>
          <p:cNvSpPr/>
          <p:nvPr/>
        </p:nvSpPr>
        <p:spPr>
          <a:xfrm>
            <a:off x="5596128" y="1947672"/>
            <a:ext cx="1618488" cy="310896"/>
          </a:xfrm>
          <a:prstGeom prst="rect">
            <a:avLst/>
          </a:prstGeom>
          <a:solidFill>
            <a:srgbClr val="030E1A"/>
          </a:solidFill>
          <a:ln w="3175">
            <a:solidFill>
              <a:srgbClr val="3D6080"/>
            </a:solidFill>
            <a:prstDash val="solid"/>
          </a:ln>
        </p:spPr>
      </p:sp>
      <p:sp>
        <p:nvSpPr>
          <p:cNvPr id="36" name="Text 34"/>
          <p:cNvSpPr/>
          <p:nvPr/>
        </p:nvSpPr>
        <p:spPr>
          <a:xfrm>
            <a:off x="5669280" y="1947672"/>
            <a:ext cx="1499616" cy="310896"/>
          </a:xfrm>
          <a:prstGeom prst="rect">
            <a:avLst/>
          </a:prstGeom>
          <a:noFill/>
          <a:ln/>
        </p:spPr>
        <p:txBody>
          <a:bodyPr wrap="square" lIns="0" tIns="0" rIns="0" bIns="0" rtlCol="0" anchor="ctr"/>
          <a:lstStyle/>
          <a:p>
            <a:pPr indent="0" marL="0">
              <a:buNone/>
            </a:pPr>
            <a:r>
              <a:rPr lang="en-US" sz="880" dirty="0">
                <a:solidFill>
                  <a:srgbClr val="FF2060"/>
                </a:solidFill>
                <a:latin typeface="Calibri" pitchFamily="34" charset="0"/>
                <a:ea typeface="Calibri" pitchFamily="34" charset="-122"/>
                <a:cs typeface="Calibri" pitchFamily="34" charset="-120"/>
              </a:rPr>
              <a:t>❌ None</a:t>
            </a:r>
            <a:endParaRPr lang="en-US" sz="880" dirty="0"/>
          </a:p>
        </p:txBody>
      </p:sp>
      <p:sp>
        <p:nvSpPr>
          <p:cNvPr id="37" name="Shape 35"/>
          <p:cNvSpPr/>
          <p:nvPr/>
        </p:nvSpPr>
        <p:spPr>
          <a:xfrm>
            <a:off x="7296912" y="1947672"/>
            <a:ext cx="1673352" cy="310896"/>
          </a:xfrm>
          <a:prstGeom prst="rect">
            <a:avLst/>
          </a:prstGeom>
          <a:solidFill>
            <a:srgbClr val="030E1A"/>
          </a:solidFill>
          <a:ln w="3175">
            <a:solidFill>
              <a:srgbClr val="3D6080"/>
            </a:solidFill>
            <a:prstDash val="solid"/>
          </a:ln>
        </p:spPr>
      </p:sp>
      <p:sp>
        <p:nvSpPr>
          <p:cNvPr id="38" name="Text 36"/>
          <p:cNvSpPr/>
          <p:nvPr/>
        </p:nvSpPr>
        <p:spPr>
          <a:xfrm>
            <a:off x="7370064" y="1947672"/>
            <a:ext cx="1554480" cy="310896"/>
          </a:xfrm>
          <a:prstGeom prst="rect">
            <a:avLst/>
          </a:prstGeom>
          <a:noFill/>
          <a:ln/>
        </p:spPr>
        <p:txBody>
          <a:bodyPr wrap="square" lIns="0" tIns="0" rIns="0" bIns="0" rtlCol="0" anchor="ctr"/>
          <a:lstStyle/>
          <a:p>
            <a:pPr indent="0" marL="0">
              <a:buNone/>
            </a:pPr>
            <a:r>
              <a:rPr lang="en-US" sz="880" dirty="0">
                <a:solidFill>
                  <a:srgbClr val="FF2060"/>
                </a:solidFill>
                <a:latin typeface="Calibri" pitchFamily="34" charset="0"/>
                <a:ea typeface="Calibri" pitchFamily="34" charset="-122"/>
                <a:cs typeface="Calibri" pitchFamily="34" charset="-120"/>
              </a:rPr>
              <a:t>❌ None</a:t>
            </a:r>
            <a:endParaRPr lang="en-US" sz="880" dirty="0"/>
          </a:p>
        </p:txBody>
      </p:sp>
      <p:sp>
        <p:nvSpPr>
          <p:cNvPr id="39" name="Shape 37"/>
          <p:cNvSpPr/>
          <p:nvPr/>
        </p:nvSpPr>
        <p:spPr>
          <a:xfrm>
            <a:off x="256032" y="2281428"/>
            <a:ext cx="2752344" cy="310896"/>
          </a:xfrm>
          <a:prstGeom prst="rect">
            <a:avLst/>
          </a:prstGeom>
          <a:solidFill>
            <a:srgbClr val="112030"/>
          </a:solidFill>
          <a:ln w="3175">
            <a:solidFill>
              <a:srgbClr val="3D6080"/>
            </a:solidFill>
            <a:prstDash val="solid"/>
          </a:ln>
        </p:spPr>
      </p:sp>
      <p:sp>
        <p:nvSpPr>
          <p:cNvPr id="40" name="Text 38"/>
          <p:cNvSpPr/>
          <p:nvPr/>
        </p:nvSpPr>
        <p:spPr>
          <a:xfrm>
            <a:off x="329184" y="2281428"/>
            <a:ext cx="2633472" cy="310896"/>
          </a:xfrm>
          <a:prstGeom prst="rect">
            <a:avLst/>
          </a:prstGeom>
          <a:noFill/>
          <a:ln/>
        </p:spPr>
        <p:txBody>
          <a:bodyPr wrap="square" lIns="0" tIns="0" rIns="0" bIns="0" rtlCol="0" anchor="ctr"/>
          <a:lstStyle/>
          <a:p>
            <a:pPr indent="0" marL="0">
              <a:buNone/>
            </a:pPr>
            <a:r>
              <a:rPr lang="en-US" sz="880" dirty="0">
                <a:solidFill>
                  <a:srgbClr val="EEF6FF"/>
                </a:solidFill>
                <a:latin typeface="Calibri" pitchFamily="34" charset="0"/>
                <a:ea typeface="Calibri" pitchFamily="34" charset="-122"/>
                <a:cs typeface="Calibri" pitchFamily="34" charset="-120"/>
              </a:rPr>
              <a:t>AI Automation 24/7</a:t>
            </a:r>
            <a:endParaRPr lang="en-US" sz="880" dirty="0"/>
          </a:p>
        </p:txBody>
      </p:sp>
      <p:sp>
        <p:nvSpPr>
          <p:cNvPr id="41" name="Shape 39"/>
          <p:cNvSpPr/>
          <p:nvPr/>
        </p:nvSpPr>
        <p:spPr>
          <a:xfrm>
            <a:off x="3090672" y="2281428"/>
            <a:ext cx="2423160" cy="310896"/>
          </a:xfrm>
          <a:prstGeom prst="rect">
            <a:avLst/>
          </a:prstGeom>
          <a:solidFill>
            <a:srgbClr val="02160A"/>
          </a:solidFill>
          <a:ln w="8890">
            <a:solidFill>
              <a:srgbClr val="00FF88"/>
            </a:solidFill>
            <a:prstDash val="solid"/>
          </a:ln>
        </p:spPr>
      </p:sp>
      <p:sp>
        <p:nvSpPr>
          <p:cNvPr id="42" name="Text 40"/>
          <p:cNvSpPr/>
          <p:nvPr/>
        </p:nvSpPr>
        <p:spPr>
          <a:xfrm>
            <a:off x="3163824" y="2281428"/>
            <a:ext cx="2304288" cy="310896"/>
          </a:xfrm>
          <a:prstGeom prst="rect">
            <a:avLst/>
          </a:prstGeom>
          <a:noFill/>
          <a:ln/>
        </p:spPr>
        <p:txBody>
          <a:bodyPr wrap="square" lIns="0" tIns="0" rIns="0" bIns="0" rtlCol="0" anchor="ctr"/>
          <a:lstStyle/>
          <a:p>
            <a:pPr indent="0" marL="0">
              <a:buNone/>
            </a:pPr>
            <a:r>
              <a:rPr lang="en-US" sz="880" dirty="0">
                <a:solidFill>
                  <a:srgbClr val="00FF88"/>
                </a:solidFill>
                <a:latin typeface="Calibri" pitchFamily="34" charset="0"/>
                <a:ea typeface="Calibri" pitchFamily="34" charset="-122"/>
                <a:cs typeface="Calibri" pitchFamily="34" charset="-120"/>
              </a:rPr>
              <a:t>✅ 8 jobs</a:t>
            </a:r>
            <a:endParaRPr lang="en-US" sz="880" dirty="0"/>
          </a:p>
        </p:txBody>
      </p:sp>
      <p:sp>
        <p:nvSpPr>
          <p:cNvPr id="43" name="Shape 41"/>
          <p:cNvSpPr/>
          <p:nvPr/>
        </p:nvSpPr>
        <p:spPr>
          <a:xfrm>
            <a:off x="5596128" y="2281428"/>
            <a:ext cx="1618488" cy="310896"/>
          </a:xfrm>
          <a:prstGeom prst="rect">
            <a:avLst/>
          </a:prstGeom>
          <a:solidFill>
            <a:srgbClr val="112030"/>
          </a:solidFill>
          <a:ln w="3175">
            <a:solidFill>
              <a:srgbClr val="3D6080"/>
            </a:solidFill>
            <a:prstDash val="solid"/>
          </a:ln>
        </p:spPr>
      </p:sp>
      <p:sp>
        <p:nvSpPr>
          <p:cNvPr id="44" name="Text 42"/>
          <p:cNvSpPr/>
          <p:nvPr/>
        </p:nvSpPr>
        <p:spPr>
          <a:xfrm>
            <a:off x="5669280" y="2281428"/>
            <a:ext cx="1499616" cy="310896"/>
          </a:xfrm>
          <a:prstGeom prst="rect">
            <a:avLst/>
          </a:prstGeom>
          <a:noFill/>
          <a:ln/>
        </p:spPr>
        <p:txBody>
          <a:bodyPr wrap="square" lIns="0" tIns="0" rIns="0" bIns="0" rtlCol="0" anchor="ctr"/>
          <a:lstStyle/>
          <a:p>
            <a:pPr indent="0" marL="0">
              <a:buNone/>
            </a:pPr>
            <a:r>
              <a:rPr lang="en-US" sz="880" dirty="0">
                <a:solidFill>
                  <a:srgbClr val="FF2060"/>
                </a:solidFill>
                <a:latin typeface="Calibri" pitchFamily="34" charset="0"/>
                <a:ea typeface="Calibri" pitchFamily="34" charset="-122"/>
                <a:cs typeface="Calibri" pitchFamily="34" charset="-120"/>
              </a:rPr>
              <a:t>❌ Manual</a:t>
            </a:r>
            <a:endParaRPr lang="en-US" sz="880" dirty="0"/>
          </a:p>
        </p:txBody>
      </p:sp>
      <p:sp>
        <p:nvSpPr>
          <p:cNvPr id="45" name="Shape 43"/>
          <p:cNvSpPr/>
          <p:nvPr/>
        </p:nvSpPr>
        <p:spPr>
          <a:xfrm>
            <a:off x="7296912" y="2281428"/>
            <a:ext cx="1673352" cy="310896"/>
          </a:xfrm>
          <a:prstGeom prst="rect">
            <a:avLst/>
          </a:prstGeom>
          <a:solidFill>
            <a:srgbClr val="112030"/>
          </a:solidFill>
          <a:ln w="3175">
            <a:solidFill>
              <a:srgbClr val="3D6080"/>
            </a:solidFill>
            <a:prstDash val="solid"/>
          </a:ln>
        </p:spPr>
      </p:sp>
      <p:sp>
        <p:nvSpPr>
          <p:cNvPr id="46" name="Text 44"/>
          <p:cNvSpPr/>
          <p:nvPr/>
        </p:nvSpPr>
        <p:spPr>
          <a:xfrm>
            <a:off x="7370064" y="2281428"/>
            <a:ext cx="1554480" cy="310896"/>
          </a:xfrm>
          <a:prstGeom prst="rect">
            <a:avLst/>
          </a:prstGeom>
          <a:noFill/>
          <a:ln/>
        </p:spPr>
        <p:txBody>
          <a:bodyPr wrap="square" lIns="0" tIns="0" rIns="0" bIns="0" rtlCol="0" anchor="ctr"/>
          <a:lstStyle/>
          <a:p>
            <a:pPr indent="0" marL="0">
              <a:buNone/>
            </a:pPr>
            <a:r>
              <a:rPr lang="en-US" sz="880" dirty="0">
                <a:solidFill>
                  <a:srgbClr val="FF2060"/>
                </a:solidFill>
                <a:latin typeface="Calibri" pitchFamily="34" charset="0"/>
                <a:ea typeface="Calibri" pitchFamily="34" charset="-122"/>
                <a:cs typeface="Calibri" pitchFamily="34" charset="-120"/>
              </a:rPr>
              <a:t>❌ None</a:t>
            </a:r>
            <a:endParaRPr lang="en-US" sz="880" dirty="0"/>
          </a:p>
        </p:txBody>
      </p:sp>
      <p:sp>
        <p:nvSpPr>
          <p:cNvPr id="47" name="Shape 45"/>
          <p:cNvSpPr/>
          <p:nvPr/>
        </p:nvSpPr>
        <p:spPr>
          <a:xfrm>
            <a:off x="256032" y="2615184"/>
            <a:ext cx="2752344" cy="310896"/>
          </a:xfrm>
          <a:prstGeom prst="rect">
            <a:avLst/>
          </a:prstGeom>
          <a:solidFill>
            <a:srgbClr val="030E1A"/>
          </a:solidFill>
          <a:ln w="3175">
            <a:solidFill>
              <a:srgbClr val="3D6080"/>
            </a:solidFill>
            <a:prstDash val="solid"/>
          </a:ln>
        </p:spPr>
      </p:sp>
      <p:sp>
        <p:nvSpPr>
          <p:cNvPr id="48" name="Text 46"/>
          <p:cNvSpPr/>
          <p:nvPr/>
        </p:nvSpPr>
        <p:spPr>
          <a:xfrm>
            <a:off x="329184" y="2615184"/>
            <a:ext cx="2633472" cy="310896"/>
          </a:xfrm>
          <a:prstGeom prst="rect">
            <a:avLst/>
          </a:prstGeom>
          <a:noFill/>
          <a:ln/>
        </p:spPr>
        <p:txBody>
          <a:bodyPr wrap="square" lIns="0" tIns="0" rIns="0" bIns="0" rtlCol="0" anchor="ctr"/>
          <a:lstStyle/>
          <a:p>
            <a:pPr indent="0" marL="0">
              <a:buNone/>
            </a:pPr>
            <a:r>
              <a:rPr lang="en-US" sz="880" dirty="0">
                <a:solidFill>
                  <a:srgbClr val="EEF6FF"/>
                </a:solidFill>
                <a:latin typeface="Calibri" pitchFamily="34" charset="0"/>
                <a:ea typeface="Calibri" pitchFamily="34" charset="-122"/>
                <a:cs typeface="Calibri" pitchFamily="34" charset="-120"/>
              </a:rPr>
              <a:t>Bilingual AI Chat</a:t>
            </a:r>
            <a:endParaRPr lang="en-US" sz="880" dirty="0"/>
          </a:p>
        </p:txBody>
      </p:sp>
      <p:sp>
        <p:nvSpPr>
          <p:cNvPr id="49" name="Shape 47"/>
          <p:cNvSpPr/>
          <p:nvPr/>
        </p:nvSpPr>
        <p:spPr>
          <a:xfrm>
            <a:off x="3090672" y="2615184"/>
            <a:ext cx="2423160" cy="310896"/>
          </a:xfrm>
          <a:prstGeom prst="rect">
            <a:avLst/>
          </a:prstGeom>
          <a:solidFill>
            <a:srgbClr val="02160A"/>
          </a:solidFill>
          <a:ln w="8890">
            <a:solidFill>
              <a:srgbClr val="00FF88"/>
            </a:solidFill>
            <a:prstDash val="solid"/>
          </a:ln>
        </p:spPr>
      </p:sp>
      <p:sp>
        <p:nvSpPr>
          <p:cNvPr id="50" name="Text 48"/>
          <p:cNvSpPr/>
          <p:nvPr/>
        </p:nvSpPr>
        <p:spPr>
          <a:xfrm>
            <a:off x="3163824" y="2615184"/>
            <a:ext cx="2304288" cy="310896"/>
          </a:xfrm>
          <a:prstGeom prst="rect">
            <a:avLst/>
          </a:prstGeom>
          <a:noFill/>
          <a:ln/>
        </p:spPr>
        <p:txBody>
          <a:bodyPr wrap="square" lIns="0" tIns="0" rIns="0" bIns="0" rtlCol="0" anchor="ctr"/>
          <a:lstStyle/>
          <a:p>
            <a:pPr indent="0" marL="0">
              <a:buNone/>
            </a:pPr>
            <a:r>
              <a:rPr lang="en-US" sz="880" dirty="0">
                <a:solidFill>
                  <a:srgbClr val="00FF88"/>
                </a:solidFill>
                <a:latin typeface="Calibri" pitchFamily="34" charset="0"/>
                <a:ea typeface="Calibri" pitchFamily="34" charset="-122"/>
                <a:cs typeface="Calibri" pitchFamily="34" charset="-120"/>
              </a:rPr>
              <a:t>✅ Hindi + English</a:t>
            </a:r>
            <a:endParaRPr lang="en-US" sz="880" dirty="0"/>
          </a:p>
        </p:txBody>
      </p:sp>
      <p:sp>
        <p:nvSpPr>
          <p:cNvPr id="51" name="Shape 49"/>
          <p:cNvSpPr/>
          <p:nvPr/>
        </p:nvSpPr>
        <p:spPr>
          <a:xfrm>
            <a:off x="5596128" y="2615184"/>
            <a:ext cx="1618488" cy="310896"/>
          </a:xfrm>
          <a:prstGeom prst="rect">
            <a:avLst/>
          </a:prstGeom>
          <a:solidFill>
            <a:srgbClr val="030E1A"/>
          </a:solidFill>
          <a:ln w="3175">
            <a:solidFill>
              <a:srgbClr val="3D6080"/>
            </a:solidFill>
            <a:prstDash val="solid"/>
          </a:ln>
        </p:spPr>
      </p:sp>
      <p:sp>
        <p:nvSpPr>
          <p:cNvPr id="52" name="Text 50"/>
          <p:cNvSpPr/>
          <p:nvPr/>
        </p:nvSpPr>
        <p:spPr>
          <a:xfrm>
            <a:off x="5669280" y="2615184"/>
            <a:ext cx="1499616" cy="310896"/>
          </a:xfrm>
          <a:prstGeom prst="rect">
            <a:avLst/>
          </a:prstGeom>
          <a:noFill/>
          <a:ln/>
        </p:spPr>
        <p:txBody>
          <a:bodyPr wrap="square" lIns="0" tIns="0" rIns="0" bIns="0" rtlCol="0" anchor="ctr"/>
          <a:lstStyle/>
          <a:p>
            <a:pPr indent="0" marL="0">
              <a:buNone/>
            </a:pPr>
            <a:r>
              <a:rPr lang="en-US" sz="880" dirty="0">
                <a:solidFill>
                  <a:srgbClr val="FF2060"/>
                </a:solidFill>
                <a:latin typeface="Calibri" pitchFamily="34" charset="0"/>
                <a:ea typeface="Calibri" pitchFamily="34" charset="-122"/>
                <a:cs typeface="Calibri" pitchFamily="34" charset="-120"/>
              </a:rPr>
              <a:t>❌ None</a:t>
            </a:r>
            <a:endParaRPr lang="en-US" sz="880" dirty="0"/>
          </a:p>
        </p:txBody>
      </p:sp>
      <p:sp>
        <p:nvSpPr>
          <p:cNvPr id="53" name="Shape 51"/>
          <p:cNvSpPr/>
          <p:nvPr/>
        </p:nvSpPr>
        <p:spPr>
          <a:xfrm>
            <a:off x="7296912" y="2615184"/>
            <a:ext cx="1673352" cy="310896"/>
          </a:xfrm>
          <a:prstGeom prst="rect">
            <a:avLst/>
          </a:prstGeom>
          <a:solidFill>
            <a:srgbClr val="030E1A"/>
          </a:solidFill>
          <a:ln w="3175">
            <a:solidFill>
              <a:srgbClr val="3D6080"/>
            </a:solidFill>
            <a:prstDash val="solid"/>
          </a:ln>
        </p:spPr>
      </p:sp>
      <p:sp>
        <p:nvSpPr>
          <p:cNvPr id="54" name="Text 52"/>
          <p:cNvSpPr/>
          <p:nvPr/>
        </p:nvSpPr>
        <p:spPr>
          <a:xfrm>
            <a:off x="7370064" y="2615184"/>
            <a:ext cx="1554480" cy="310896"/>
          </a:xfrm>
          <a:prstGeom prst="rect">
            <a:avLst/>
          </a:prstGeom>
          <a:noFill/>
          <a:ln/>
        </p:spPr>
        <p:txBody>
          <a:bodyPr wrap="square" lIns="0" tIns="0" rIns="0" bIns="0" rtlCol="0" anchor="ctr"/>
          <a:lstStyle/>
          <a:p>
            <a:pPr indent="0" marL="0">
              <a:buNone/>
            </a:pPr>
            <a:r>
              <a:rPr lang="en-US" sz="880" dirty="0">
                <a:solidFill>
                  <a:srgbClr val="FF2060"/>
                </a:solidFill>
                <a:latin typeface="Calibri" pitchFamily="34" charset="0"/>
                <a:ea typeface="Calibri" pitchFamily="34" charset="-122"/>
                <a:cs typeface="Calibri" pitchFamily="34" charset="-120"/>
              </a:rPr>
              <a:t>❌ FAQ only</a:t>
            </a:r>
            <a:endParaRPr lang="en-US" sz="880" dirty="0"/>
          </a:p>
        </p:txBody>
      </p:sp>
      <p:sp>
        <p:nvSpPr>
          <p:cNvPr id="55" name="Shape 53"/>
          <p:cNvSpPr/>
          <p:nvPr/>
        </p:nvSpPr>
        <p:spPr>
          <a:xfrm>
            <a:off x="256032" y="2948940"/>
            <a:ext cx="2752344" cy="310896"/>
          </a:xfrm>
          <a:prstGeom prst="rect">
            <a:avLst/>
          </a:prstGeom>
          <a:solidFill>
            <a:srgbClr val="112030"/>
          </a:solidFill>
          <a:ln w="3175">
            <a:solidFill>
              <a:srgbClr val="3D6080"/>
            </a:solidFill>
            <a:prstDash val="solid"/>
          </a:ln>
        </p:spPr>
      </p:sp>
      <p:sp>
        <p:nvSpPr>
          <p:cNvPr id="56" name="Text 54"/>
          <p:cNvSpPr/>
          <p:nvPr/>
        </p:nvSpPr>
        <p:spPr>
          <a:xfrm>
            <a:off x="329184" y="2948940"/>
            <a:ext cx="2633472" cy="310896"/>
          </a:xfrm>
          <a:prstGeom prst="rect">
            <a:avLst/>
          </a:prstGeom>
          <a:noFill/>
          <a:ln/>
        </p:spPr>
        <p:txBody>
          <a:bodyPr wrap="square" lIns="0" tIns="0" rIns="0" bIns="0" rtlCol="0" anchor="ctr"/>
          <a:lstStyle/>
          <a:p>
            <a:pPr indent="0" marL="0">
              <a:buNone/>
            </a:pPr>
            <a:r>
              <a:rPr lang="en-US" sz="880" dirty="0">
                <a:solidFill>
                  <a:srgbClr val="EEF6FF"/>
                </a:solidFill>
                <a:latin typeface="Calibri" pitchFamily="34" charset="0"/>
                <a:ea typeface="Calibri" pitchFamily="34" charset="-122"/>
                <a:cs typeface="Calibri" pitchFamily="34" charset="-120"/>
              </a:rPr>
              <a:t>Hindi Voice Input</a:t>
            </a:r>
            <a:endParaRPr lang="en-US" sz="880" dirty="0"/>
          </a:p>
        </p:txBody>
      </p:sp>
      <p:sp>
        <p:nvSpPr>
          <p:cNvPr id="57" name="Shape 55"/>
          <p:cNvSpPr/>
          <p:nvPr/>
        </p:nvSpPr>
        <p:spPr>
          <a:xfrm>
            <a:off x="3090672" y="2948940"/>
            <a:ext cx="2423160" cy="310896"/>
          </a:xfrm>
          <a:prstGeom prst="rect">
            <a:avLst/>
          </a:prstGeom>
          <a:solidFill>
            <a:srgbClr val="02160A"/>
          </a:solidFill>
          <a:ln w="8890">
            <a:solidFill>
              <a:srgbClr val="00FF88"/>
            </a:solidFill>
            <a:prstDash val="solid"/>
          </a:ln>
        </p:spPr>
      </p:sp>
      <p:sp>
        <p:nvSpPr>
          <p:cNvPr id="58" name="Text 56"/>
          <p:cNvSpPr/>
          <p:nvPr/>
        </p:nvSpPr>
        <p:spPr>
          <a:xfrm>
            <a:off x="3163824" y="2948940"/>
            <a:ext cx="2304288" cy="310896"/>
          </a:xfrm>
          <a:prstGeom prst="rect">
            <a:avLst/>
          </a:prstGeom>
          <a:noFill/>
          <a:ln/>
        </p:spPr>
        <p:txBody>
          <a:bodyPr wrap="square" lIns="0" tIns="0" rIns="0" bIns="0" rtlCol="0" anchor="ctr"/>
          <a:lstStyle/>
          <a:p>
            <a:pPr indent="0" marL="0">
              <a:buNone/>
            </a:pPr>
            <a:r>
              <a:rPr lang="en-US" sz="880" dirty="0">
                <a:solidFill>
                  <a:srgbClr val="00FF88"/>
                </a:solidFill>
                <a:latin typeface="Calibri" pitchFamily="34" charset="0"/>
                <a:ea typeface="Calibri" pitchFamily="34" charset="-122"/>
                <a:cs typeface="Calibri" pitchFamily="34" charset="-120"/>
              </a:rPr>
              <a:t>✅ 🎤 Live</a:t>
            </a:r>
            <a:endParaRPr lang="en-US" sz="880" dirty="0"/>
          </a:p>
        </p:txBody>
      </p:sp>
      <p:sp>
        <p:nvSpPr>
          <p:cNvPr id="59" name="Shape 57"/>
          <p:cNvSpPr/>
          <p:nvPr/>
        </p:nvSpPr>
        <p:spPr>
          <a:xfrm>
            <a:off x="5596128" y="2948940"/>
            <a:ext cx="1618488" cy="310896"/>
          </a:xfrm>
          <a:prstGeom prst="rect">
            <a:avLst/>
          </a:prstGeom>
          <a:solidFill>
            <a:srgbClr val="112030"/>
          </a:solidFill>
          <a:ln w="3175">
            <a:solidFill>
              <a:srgbClr val="3D6080"/>
            </a:solidFill>
            <a:prstDash val="solid"/>
          </a:ln>
        </p:spPr>
      </p:sp>
      <p:sp>
        <p:nvSpPr>
          <p:cNvPr id="60" name="Text 58"/>
          <p:cNvSpPr/>
          <p:nvPr/>
        </p:nvSpPr>
        <p:spPr>
          <a:xfrm>
            <a:off x="5669280" y="2948940"/>
            <a:ext cx="1499616" cy="310896"/>
          </a:xfrm>
          <a:prstGeom prst="rect">
            <a:avLst/>
          </a:prstGeom>
          <a:noFill/>
          <a:ln/>
        </p:spPr>
        <p:txBody>
          <a:bodyPr wrap="square" lIns="0" tIns="0" rIns="0" bIns="0" rtlCol="0" anchor="ctr"/>
          <a:lstStyle/>
          <a:p>
            <a:pPr indent="0" marL="0">
              <a:buNone/>
            </a:pPr>
            <a:r>
              <a:rPr lang="en-US" sz="880" dirty="0">
                <a:solidFill>
                  <a:srgbClr val="FF2060"/>
                </a:solidFill>
                <a:latin typeface="Calibri" pitchFamily="34" charset="0"/>
                <a:ea typeface="Calibri" pitchFamily="34" charset="-122"/>
                <a:cs typeface="Calibri" pitchFamily="34" charset="-120"/>
              </a:rPr>
              <a:t>❌ None</a:t>
            </a:r>
            <a:endParaRPr lang="en-US" sz="880" dirty="0"/>
          </a:p>
        </p:txBody>
      </p:sp>
      <p:sp>
        <p:nvSpPr>
          <p:cNvPr id="61" name="Shape 59"/>
          <p:cNvSpPr/>
          <p:nvPr/>
        </p:nvSpPr>
        <p:spPr>
          <a:xfrm>
            <a:off x="7296912" y="2948940"/>
            <a:ext cx="1673352" cy="310896"/>
          </a:xfrm>
          <a:prstGeom prst="rect">
            <a:avLst/>
          </a:prstGeom>
          <a:solidFill>
            <a:srgbClr val="112030"/>
          </a:solidFill>
          <a:ln w="3175">
            <a:solidFill>
              <a:srgbClr val="3D6080"/>
            </a:solidFill>
            <a:prstDash val="solid"/>
          </a:ln>
        </p:spPr>
      </p:sp>
      <p:sp>
        <p:nvSpPr>
          <p:cNvPr id="62" name="Text 60"/>
          <p:cNvSpPr/>
          <p:nvPr/>
        </p:nvSpPr>
        <p:spPr>
          <a:xfrm>
            <a:off x="7370064" y="2948940"/>
            <a:ext cx="1554480" cy="310896"/>
          </a:xfrm>
          <a:prstGeom prst="rect">
            <a:avLst/>
          </a:prstGeom>
          <a:noFill/>
          <a:ln/>
        </p:spPr>
        <p:txBody>
          <a:bodyPr wrap="square" lIns="0" tIns="0" rIns="0" bIns="0" rtlCol="0" anchor="ctr"/>
          <a:lstStyle/>
          <a:p>
            <a:pPr indent="0" marL="0">
              <a:buNone/>
            </a:pPr>
            <a:r>
              <a:rPr lang="en-US" sz="880" dirty="0">
                <a:solidFill>
                  <a:srgbClr val="FF2060"/>
                </a:solidFill>
                <a:latin typeface="Calibri" pitchFamily="34" charset="0"/>
                <a:ea typeface="Calibri" pitchFamily="34" charset="-122"/>
                <a:cs typeface="Calibri" pitchFamily="34" charset="-120"/>
              </a:rPr>
              <a:t>❌ None</a:t>
            </a:r>
            <a:endParaRPr lang="en-US" sz="880" dirty="0"/>
          </a:p>
        </p:txBody>
      </p:sp>
      <p:sp>
        <p:nvSpPr>
          <p:cNvPr id="63" name="Shape 61"/>
          <p:cNvSpPr/>
          <p:nvPr/>
        </p:nvSpPr>
        <p:spPr>
          <a:xfrm>
            <a:off x="256032" y="3282696"/>
            <a:ext cx="2752344" cy="310896"/>
          </a:xfrm>
          <a:prstGeom prst="rect">
            <a:avLst/>
          </a:prstGeom>
          <a:solidFill>
            <a:srgbClr val="030E1A"/>
          </a:solidFill>
          <a:ln w="3175">
            <a:solidFill>
              <a:srgbClr val="3D6080"/>
            </a:solidFill>
            <a:prstDash val="solid"/>
          </a:ln>
        </p:spPr>
      </p:sp>
      <p:sp>
        <p:nvSpPr>
          <p:cNvPr id="64" name="Text 62"/>
          <p:cNvSpPr/>
          <p:nvPr/>
        </p:nvSpPr>
        <p:spPr>
          <a:xfrm>
            <a:off x="329184" y="3282696"/>
            <a:ext cx="2633472" cy="310896"/>
          </a:xfrm>
          <a:prstGeom prst="rect">
            <a:avLst/>
          </a:prstGeom>
          <a:noFill/>
          <a:ln/>
        </p:spPr>
        <p:txBody>
          <a:bodyPr wrap="square" lIns="0" tIns="0" rIns="0" bIns="0" rtlCol="0" anchor="ctr"/>
          <a:lstStyle/>
          <a:p>
            <a:pPr indent="0" marL="0">
              <a:buNone/>
            </a:pPr>
            <a:r>
              <a:rPr lang="en-US" sz="880" dirty="0">
                <a:solidFill>
                  <a:srgbClr val="EEF6FF"/>
                </a:solidFill>
                <a:latin typeface="Calibri" pitchFamily="34" charset="0"/>
                <a:ea typeface="Calibri" pitchFamily="34" charset="-122"/>
                <a:cs typeface="Calibri" pitchFamily="34" charset="-120"/>
              </a:rPr>
              <a:t>OTP Authentication</a:t>
            </a:r>
            <a:endParaRPr lang="en-US" sz="880" dirty="0"/>
          </a:p>
        </p:txBody>
      </p:sp>
      <p:sp>
        <p:nvSpPr>
          <p:cNvPr id="65" name="Shape 63"/>
          <p:cNvSpPr/>
          <p:nvPr/>
        </p:nvSpPr>
        <p:spPr>
          <a:xfrm>
            <a:off x="3090672" y="3282696"/>
            <a:ext cx="2423160" cy="310896"/>
          </a:xfrm>
          <a:prstGeom prst="rect">
            <a:avLst/>
          </a:prstGeom>
          <a:solidFill>
            <a:srgbClr val="02160A"/>
          </a:solidFill>
          <a:ln w="8890">
            <a:solidFill>
              <a:srgbClr val="00FF88"/>
            </a:solidFill>
            <a:prstDash val="solid"/>
          </a:ln>
        </p:spPr>
      </p:sp>
      <p:sp>
        <p:nvSpPr>
          <p:cNvPr id="66" name="Text 64"/>
          <p:cNvSpPr/>
          <p:nvPr/>
        </p:nvSpPr>
        <p:spPr>
          <a:xfrm>
            <a:off x="3163824" y="3282696"/>
            <a:ext cx="2304288" cy="310896"/>
          </a:xfrm>
          <a:prstGeom prst="rect">
            <a:avLst/>
          </a:prstGeom>
          <a:noFill/>
          <a:ln/>
        </p:spPr>
        <p:txBody>
          <a:bodyPr wrap="square" lIns="0" tIns="0" rIns="0" bIns="0" rtlCol="0" anchor="ctr"/>
          <a:lstStyle/>
          <a:p>
            <a:pPr indent="0" marL="0">
              <a:buNone/>
            </a:pPr>
            <a:r>
              <a:rPr lang="en-US" sz="880" dirty="0">
                <a:solidFill>
                  <a:srgbClr val="00FF88"/>
                </a:solidFill>
                <a:latin typeface="Calibri" pitchFamily="34" charset="0"/>
                <a:ea typeface="Calibri" pitchFamily="34" charset="-122"/>
                <a:cs typeface="Calibri" pitchFamily="34" charset="-120"/>
              </a:rPr>
              <a:t>✅ Mobile reg</a:t>
            </a:r>
            <a:endParaRPr lang="en-US" sz="880" dirty="0"/>
          </a:p>
        </p:txBody>
      </p:sp>
      <p:sp>
        <p:nvSpPr>
          <p:cNvPr id="67" name="Shape 65"/>
          <p:cNvSpPr/>
          <p:nvPr/>
        </p:nvSpPr>
        <p:spPr>
          <a:xfrm>
            <a:off x="5596128" y="3282696"/>
            <a:ext cx="1618488" cy="310896"/>
          </a:xfrm>
          <a:prstGeom prst="rect">
            <a:avLst/>
          </a:prstGeom>
          <a:solidFill>
            <a:srgbClr val="030E1A"/>
          </a:solidFill>
          <a:ln w="3175">
            <a:solidFill>
              <a:srgbClr val="3D6080"/>
            </a:solidFill>
            <a:prstDash val="solid"/>
          </a:ln>
        </p:spPr>
      </p:sp>
      <p:sp>
        <p:nvSpPr>
          <p:cNvPr id="68" name="Text 66"/>
          <p:cNvSpPr/>
          <p:nvPr/>
        </p:nvSpPr>
        <p:spPr>
          <a:xfrm>
            <a:off x="5669280" y="3282696"/>
            <a:ext cx="1499616" cy="310896"/>
          </a:xfrm>
          <a:prstGeom prst="rect">
            <a:avLst/>
          </a:prstGeom>
          <a:noFill/>
          <a:ln/>
        </p:spPr>
        <p:txBody>
          <a:bodyPr wrap="square" lIns="0" tIns="0" rIns="0" bIns="0" rtlCol="0" anchor="ctr"/>
          <a:lstStyle/>
          <a:p>
            <a:pPr indent="0" marL="0">
              <a:buNone/>
            </a:pPr>
            <a:r>
              <a:rPr lang="en-US" sz="880" dirty="0">
                <a:solidFill>
                  <a:srgbClr val="FF2060"/>
                </a:solidFill>
                <a:latin typeface="Calibri" pitchFamily="34" charset="0"/>
                <a:ea typeface="Calibri" pitchFamily="34" charset="-122"/>
                <a:cs typeface="Calibri" pitchFamily="34" charset="-120"/>
              </a:rPr>
              <a:t>❌ Govt ID</a:t>
            </a:r>
            <a:endParaRPr lang="en-US" sz="880" dirty="0"/>
          </a:p>
        </p:txBody>
      </p:sp>
      <p:sp>
        <p:nvSpPr>
          <p:cNvPr id="69" name="Shape 67"/>
          <p:cNvSpPr/>
          <p:nvPr/>
        </p:nvSpPr>
        <p:spPr>
          <a:xfrm>
            <a:off x="7296912" y="3282696"/>
            <a:ext cx="1673352" cy="310896"/>
          </a:xfrm>
          <a:prstGeom prst="rect">
            <a:avLst/>
          </a:prstGeom>
          <a:solidFill>
            <a:srgbClr val="030E1A"/>
          </a:solidFill>
          <a:ln w="3175">
            <a:solidFill>
              <a:srgbClr val="3D6080"/>
            </a:solidFill>
            <a:prstDash val="solid"/>
          </a:ln>
        </p:spPr>
      </p:sp>
      <p:sp>
        <p:nvSpPr>
          <p:cNvPr id="70" name="Text 68"/>
          <p:cNvSpPr/>
          <p:nvPr/>
        </p:nvSpPr>
        <p:spPr>
          <a:xfrm>
            <a:off x="7370064" y="3282696"/>
            <a:ext cx="1554480" cy="310896"/>
          </a:xfrm>
          <a:prstGeom prst="rect">
            <a:avLst/>
          </a:prstGeom>
          <a:noFill/>
          <a:ln/>
        </p:spPr>
        <p:txBody>
          <a:bodyPr wrap="square" lIns="0" tIns="0" rIns="0" bIns="0" rtlCol="0" anchor="ctr"/>
          <a:lstStyle/>
          <a:p>
            <a:pPr indent="0" marL="0">
              <a:buNone/>
            </a:pPr>
            <a:r>
              <a:rPr lang="en-US" sz="880" dirty="0">
                <a:solidFill>
                  <a:srgbClr val="FF2060"/>
                </a:solidFill>
                <a:latin typeface="Calibri" pitchFamily="34" charset="0"/>
                <a:ea typeface="Calibri" pitchFamily="34" charset="-122"/>
                <a:cs typeface="Calibri" pitchFamily="34" charset="-120"/>
              </a:rPr>
              <a:t>❌ Email</a:t>
            </a:r>
            <a:endParaRPr lang="en-US" sz="880" dirty="0"/>
          </a:p>
        </p:txBody>
      </p:sp>
      <p:sp>
        <p:nvSpPr>
          <p:cNvPr id="71" name="Shape 69"/>
          <p:cNvSpPr/>
          <p:nvPr/>
        </p:nvSpPr>
        <p:spPr>
          <a:xfrm>
            <a:off x="256032" y="3616452"/>
            <a:ext cx="2752344" cy="310896"/>
          </a:xfrm>
          <a:prstGeom prst="rect">
            <a:avLst/>
          </a:prstGeom>
          <a:solidFill>
            <a:srgbClr val="112030"/>
          </a:solidFill>
          <a:ln w="3175">
            <a:solidFill>
              <a:srgbClr val="3D6080"/>
            </a:solidFill>
            <a:prstDash val="solid"/>
          </a:ln>
        </p:spPr>
      </p:sp>
      <p:sp>
        <p:nvSpPr>
          <p:cNvPr id="72" name="Text 70"/>
          <p:cNvSpPr/>
          <p:nvPr/>
        </p:nvSpPr>
        <p:spPr>
          <a:xfrm>
            <a:off x="329184" y="3616452"/>
            <a:ext cx="2633472" cy="310896"/>
          </a:xfrm>
          <a:prstGeom prst="rect">
            <a:avLst/>
          </a:prstGeom>
          <a:noFill/>
          <a:ln/>
        </p:spPr>
        <p:txBody>
          <a:bodyPr wrap="square" lIns="0" tIns="0" rIns="0" bIns="0" rtlCol="0" anchor="ctr"/>
          <a:lstStyle/>
          <a:p>
            <a:pPr indent="0" marL="0">
              <a:buNone/>
            </a:pPr>
            <a:r>
              <a:rPr lang="en-US" sz="880" dirty="0">
                <a:solidFill>
                  <a:srgbClr val="EEF6FF"/>
                </a:solidFill>
                <a:latin typeface="Calibri" pitchFamily="34" charset="0"/>
                <a:ea typeface="Calibri" pitchFamily="34" charset="-122"/>
                <a:cs typeface="Calibri" pitchFamily="34" charset="-120"/>
              </a:rPr>
              <a:t>WhatsApp Alerts</a:t>
            </a:r>
            <a:endParaRPr lang="en-US" sz="880" dirty="0"/>
          </a:p>
        </p:txBody>
      </p:sp>
      <p:sp>
        <p:nvSpPr>
          <p:cNvPr id="73" name="Shape 71"/>
          <p:cNvSpPr/>
          <p:nvPr/>
        </p:nvSpPr>
        <p:spPr>
          <a:xfrm>
            <a:off x="3090672" y="3616452"/>
            <a:ext cx="2423160" cy="310896"/>
          </a:xfrm>
          <a:prstGeom prst="rect">
            <a:avLst/>
          </a:prstGeom>
          <a:solidFill>
            <a:srgbClr val="02160A"/>
          </a:solidFill>
          <a:ln w="8890">
            <a:solidFill>
              <a:srgbClr val="00FF88"/>
            </a:solidFill>
            <a:prstDash val="solid"/>
          </a:ln>
        </p:spPr>
      </p:sp>
      <p:sp>
        <p:nvSpPr>
          <p:cNvPr id="74" name="Text 72"/>
          <p:cNvSpPr/>
          <p:nvPr/>
        </p:nvSpPr>
        <p:spPr>
          <a:xfrm>
            <a:off x="3163824" y="3616452"/>
            <a:ext cx="2304288" cy="310896"/>
          </a:xfrm>
          <a:prstGeom prst="rect">
            <a:avLst/>
          </a:prstGeom>
          <a:noFill/>
          <a:ln/>
        </p:spPr>
        <p:txBody>
          <a:bodyPr wrap="square" lIns="0" tIns="0" rIns="0" bIns="0" rtlCol="0" anchor="ctr"/>
          <a:lstStyle/>
          <a:p>
            <a:pPr indent="0" marL="0">
              <a:buNone/>
            </a:pPr>
            <a:r>
              <a:rPr lang="en-US" sz="880" dirty="0">
                <a:solidFill>
                  <a:srgbClr val="00FF88"/>
                </a:solidFill>
                <a:latin typeface="Calibri" pitchFamily="34" charset="0"/>
                <a:ea typeface="Calibri" pitchFamily="34" charset="-122"/>
                <a:cs typeface="Calibri" pitchFamily="34" charset="-120"/>
              </a:rPr>
              <a:t>✅ Instant</a:t>
            </a:r>
            <a:endParaRPr lang="en-US" sz="880" dirty="0"/>
          </a:p>
        </p:txBody>
      </p:sp>
      <p:sp>
        <p:nvSpPr>
          <p:cNvPr id="75" name="Shape 73"/>
          <p:cNvSpPr/>
          <p:nvPr/>
        </p:nvSpPr>
        <p:spPr>
          <a:xfrm>
            <a:off x="5596128" y="3616452"/>
            <a:ext cx="1618488" cy="310896"/>
          </a:xfrm>
          <a:prstGeom prst="rect">
            <a:avLst/>
          </a:prstGeom>
          <a:solidFill>
            <a:srgbClr val="112030"/>
          </a:solidFill>
          <a:ln w="3175">
            <a:solidFill>
              <a:srgbClr val="3D6080"/>
            </a:solidFill>
            <a:prstDash val="solid"/>
          </a:ln>
        </p:spPr>
      </p:sp>
      <p:sp>
        <p:nvSpPr>
          <p:cNvPr id="76" name="Text 74"/>
          <p:cNvSpPr/>
          <p:nvPr/>
        </p:nvSpPr>
        <p:spPr>
          <a:xfrm>
            <a:off x="5669280" y="3616452"/>
            <a:ext cx="1499616" cy="310896"/>
          </a:xfrm>
          <a:prstGeom prst="rect">
            <a:avLst/>
          </a:prstGeom>
          <a:noFill/>
          <a:ln/>
        </p:spPr>
        <p:txBody>
          <a:bodyPr wrap="square" lIns="0" tIns="0" rIns="0" bIns="0" rtlCol="0" anchor="ctr"/>
          <a:lstStyle/>
          <a:p>
            <a:pPr indent="0" marL="0">
              <a:buNone/>
            </a:pPr>
            <a:r>
              <a:rPr lang="en-US" sz="880" dirty="0">
                <a:solidFill>
                  <a:srgbClr val="FF2060"/>
                </a:solidFill>
                <a:latin typeface="Calibri" pitchFamily="34" charset="0"/>
                <a:ea typeface="Calibri" pitchFamily="34" charset="-122"/>
                <a:cs typeface="Calibri" pitchFamily="34" charset="-120"/>
              </a:rPr>
              <a:t>❌ None</a:t>
            </a:r>
            <a:endParaRPr lang="en-US" sz="880" dirty="0"/>
          </a:p>
        </p:txBody>
      </p:sp>
      <p:sp>
        <p:nvSpPr>
          <p:cNvPr id="77" name="Shape 75"/>
          <p:cNvSpPr/>
          <p:nvPr/>
        </p:nvSpPr>
        <p:spPr>
          <a:xfrm>
            <a:off x="7296912" y="3616452"/>
            <a:ext cx="1673352" cy="310896"/>
          </a:xfrm>
          <a:prstGeom prst="rect">
            <a:avLst/>
          </a:prstGeom>
          <a:solidFill>
            <a:srgbClr val="112030"/>
          </a:solidFill>
          <a:ln w="3175">
            <a:solidFill>
              <a:srgbClr val="3D6080"/>
            </a:solidFill>
            <a:prstDash val="solid"/>
          </a:ln>
        </p:spPr>
      </p:sp>
      <p:sp>
        <p:nvSpPr>
          <p:cNvPr id="78" name="Text 76"/>
          <p:cNvSpPr/>
          <p:nvPr/>
        </p:nvSpPr>
        <p:spPr>
          <a:xfrm>
            <a:off x="7370064" y="3616452"/>
            <a:ext cx="1554480" cy="310896"/>
          </a:xfrm>
          <a:prstGeom prst="rect">
            <a:avLst/>
          </a:prstGeom>
          <a:noFill/>
          <a:ln/>
        </p:spPr>
        <p:txBody>
          <a:bodyPr wrap="square" lIns="0" tIns="0" rIns="0" bIns="0" rtlCol="0" anchor="ctr"/>
          <a:lstStyle/>
          <a:p>
            <a:pPr indent="0" marL="0">
              <a:buNone/>
            </a:pPr>
            <a:r>
              <a:rPr lang="en-US" sz="880" dirty="0">
                <a:solidFill>
                  <a:srgbClr val="FFCC00"/>
                </a:solidFill>
                <a:latin typeface="Calibri" pitchFamily="34" charset="0"/>
                <a:ea typeface="Calibri" pitchFamily="34" charset="-122"/>
                <a:cs typeface="Calibri" pitchFamily="34" charset="-120"/>
              </a:rPr>
              <a:t>⚠ Email</a:t>
            </a:r>
            <a:endParaRPr lang="en-US" sz="880" dirty="0"/>
          </a:p>
        </p:txBody>
      </p:sp>
      <p:sp>
        <p:nvSpPr>
          <p:cNvPr id="79" name="Shape 77"/>
          <p:cNvSpPr/>
          <p:nvPr/>
        </p:nvSpPr>
        <p:spPr>
          <a:xfrm>
            <a:off x="256032" y="3950208"/>
            <a:ext cx="2752344" cy="310896"/>
          </a:xfrm>
          <a:prstGeom prst="rect">
            <a:avLst/>
          </a:prstGeom>
          <a:solidFill>
            <a:srgbClr val="030E1A"/>
          </a:solidFill>
          <a:ln w="3175">
            <a:solidFill>
              <a:srgbClr val="3D6080"/>
            </a:solidFill>
            <a:prstDash val="solid"/>
          </a:ln>
        </p:spPr>
      </p:sp>
      <p:sp>
        <p:nvSpPr>
          <p:cNvPr id="80" name="Text 78"/>
          <p:cNvSpPr/>
          <p:nvPr/>
        </p:nvSpPr>
        <p:spPr>
          <a:xfrm>
            <a:off x="329184" y="3950208"/>
            <a:ext cx="2633472" cy="310896"/>
          </a:xfrm>
          <a:prstGeom prst="rect">
            <a:avLst/>
          </a:prstGeom>
          <a:noFill/>
          <a:ln/>
        </p:spPr>
        <p:txBody>
          <a:bodyPr wrap="square" lIns="0" tIns="0" rIns="0" bIns="0" rtlCol="0" anchor="ctr"/>
          <a:lstStyle/>
          <a:p>
            <a:pPr indent="0" marL="0">
              <a:buNone/>
            </a:pPr>
            <a:r>
              <a:rPr lang="en-US" sz="880" dirty="0">
                <a:solidFill>
                  <a:srgbClr val="EEF6FF"/>
                </a:solidFill>
                <a:latin typeface="Calibri" pitchFamily="34" charset="0"/>
                <a:ea typeface="Calibri" pitchFamily="34" charset="-122"/>
                <a:cs typeface="Calibri" pitchFamily="34" charset="-120"/>
              </a:rPr>
              <a:t>Deploy Time</a:t>
            </a:r>
            <a:endParaRPr lang="en-US" sz="880" dirty="0"/>
          </a:p>
        </p:txBody>
      </p:sp>
      <p:sp>
        <p:nvSpPr>
          <p:cNvPr id="81" name="Shape 79"/>
          <p:cNvSpPr/>
          <p:nvPr/>
        </p:nvSpPr>
        <p:spPr>
          <a:xfrm>
            <a:off x="3090672" y="3950208"/>
            <a:ext cx="2423160" cy="310896"/>
          </a:xfrm>
          <a:prstGeom prst="rect">
            <a:avLst/>
          </a:prstGeom>
          <a:solidFill>
            <a:srgbClr val="02160A"/>
          </a:solidFill>
          <a:ln w="8890">
            <a:solidFill>
              <a:srgbClr val="00FF88"/>
            </a:solidFill>
            <a:prstDash val="solid"/>
          </a:ln>
        </p:spPr>
      </p:sp>
      <p:sp>
        <p:nvSpPr>
          <p:cNvPr id="82" name="Text 80"/>
          <p:cNvSpPr/>
          <p:nvPr/>
        </p:nvSpPr>
        <p:spPr>
          <a:xfrm>
            <a:off x="3163824" y="3950208"/>
            <a:ext cx="2304288" cy="310896"/>
          </a:xfrm>
          <a:prstGeom prst="rect">
            <a:avLst/>
          </a:prstGeom>
          <a:noFill/>
          <a:ln/>
        </p:spPr>
        <p:txBody>
          <a:bodyPr wrap="square" lIns="0" tIns="0" rIns="0" bIns="0" rtlCol="0" anchor="ctr"/>
          <a:lstStyle/>
          <a:p>
            <a:pPr indent="0" marL="0">
              <a:buNone/>
            </a:pPr>
            <a:r>
              <a:rPr lang="en-US" sz="880" dirty="0">
                <a:solidFill>
                  <a:srgbClr val="00FF88"/>
                </a:solidFill>
                <a:latin typeface="Calibri" pitchFamily="34" charset="0"/>
                <a:ea typeface="Calibri" pitchFamily="34" charset="-122"/>
                <a:cs typeface="Calibri" pitchFamily="34" charset="-120"/>
              </a:rPr>
              <a:t>✅ 30 minutes</a:t>
            </a:r>
            <a:endParaRPr lang="en-US" sz="880" dirty="0"/>
          </a:p>
        </p:txBody>
      </p:sp>
      <p:sp>
        <p:nvSpPr>
          <p:cNvPr id="83" name="Shape 81"/>
          <p:cNvSpPr/>
          <p:nvPr/>
        </p:nvSpPr>
        <p:spPr>
          <a:xfrm>
            <a:off x="5596128" y="3950208"/>
            <a:ext cx="1618488" cy="310896"/>
          </a:xfrm>
          <a:prstGeom prst="rect">
            <a:avLst/>
          </a:prstGeom>
          <a:solidFill>
            <a:srgbClr val="030E1A"/>
          </a:solidFill>
          <a:ln w="3175">
            <a:solidFill>
              <a:srgbClr val="3D6080"/>
            </a:solidFill>
            <a:prstDash val="solid"/>
          </a:ln>
        </p:spPr>
      </p:sp>
      <p:sp>
        <p:nvSpPr>
          <p:cNvPr id="84" name="Text 82"/>
          <p:cNvSpPr/>
          <p:nvPr/>
        </p:nvSpPr>
        <p:spPr>
          <a:xfrm>
            <a:off x="5669280" y="3950208"/>
            <a:ext cx="1499616" cy="310896"/>
          </a:xfrm>
          <a:prstGeom prst="rect">
            <a:avLst/>
          </a:prstGeom>
          <a:noFill/>
          <a:ln/>
        </p:spPr>
        <p:txBody>
          <a:bodyPr wrap="square" lIns="0" tIns="0" rIns="0" bIns="0" rtlCol="0" anchor="ctr"/>
          <a:lstStyle/>
          <a:p>
            <a:pPr indent="0" marL="0">
              <a:buNone/>
            </a:pPr>
            <a:r>
              <a:rPr lang="en-US" sz="880" dirty="0">
                <a:solidFill>
                  <a:srgbClr val="FF2060"/>
                </a:solidFill>
                <a:latin typeface="Calibri" pitchFamily="34" charset="0"/>
                <a:ea typeface="Calibri" pitchFamily="34" charset="-122"/>
                <a:cs typeface="Calibri" pitchFamily="34" charset="-120"/>
              </a:rPr>
              <a:t>❌ Years</a:t>
            </a:r>
            <a:endParaRPr lang="en-US" sz="880" dirty="0"/>
          </a:p>
        </p:txBody>
      </p:sp>
      <p:sp>
        <p:nvSpPr>
          <p:cNvPr id="85" name="Shape 83"/>
          <p:cNvSpPr/>
          <p:nvPr/>
        </p:nvSpPr>
        <p:spPr>
          <a:xfrm>
            <a:off x="7296912" y="3950208"/>
            <a:ext cx="1673352" cy="310896"/>
          </a:xfrm>
          <a:prstGeom prst="rect">
            <a:avLst/>
          </a:prstGeom>
          <a:solidFill>
            <a:srgbClr val="030E1A"/>
          </a:solidFill>
          <a:ln w="3175">
            <a:solidFill>
              <a:srgbClr val="3D6080"/>
            </a:solidFill>
            <a:prstDash val="solid"/>
          </a:ln>
        </p:spPr>
      </p:sp>
      <p:sp>
        <p:nvSpPr>
          <p:cNvPr id="86" name="Text 84"/>
          <p:cNvSpPr/>
          <p:nvPr/>
        </p:nvSpPr>
        <p:spPr>
          <a:xfrm>
            <a:off x="7370064" y="3950208"/>
            <a:ext cx="1554480" cy="310896"/>
          </a:xfrm>
          <a:prstGeom prst="rect">
            <a:avLst/>
          </a:prstGeom>
          <a:noFill/>
          <a:ln/>
        </p:spPr>
        <p:txBody>
          <a:bodyPr wrap="square" lIns="0" tIns="0" rIns="0" bIns="0" rtlCol="0" anchor="ctr"/>
          <a:lstStyle/>
          <a:p>
            <a:pPr indent="0" marL="0">
              <a:buNone/>
            </a:pPr>
            <a:r>
              <a:rPr lang="en-US" sz="880" dirty="0">
                <a:solidFill>
                  <a:srgbClr val="FF2060"/>
                </a:solidFill>
                <a:latin typeface="Calibri" pitchFamily="34" charset="0"/>
                <a:ea typeface="Calibri" pitchFamily="34" charset="-122"/>
                <a:cs typeface="Calibri" pitchFamily="34" charset="-120"/>
              </a:rPr>
              <a:t>❌ Months</a:t>
            </a:r>
            <a:endParaRPr lang="en-US" sz="880" dirty="0"/>
          </a:p>
        </p:txBody>
      </p:sp>
      <p:sp>
        <p:nvSpPr>
          <p:cNvPr id="87" name="Shape 85"/>
          <p:cNvSpPr/>
          <p:nvPr/>
        </p:nvSpPr>
        <p:spPr>
          <a:xfrm>
            <a:off x="256032" y="4283964"/>
            <a:ext cx="2752344" cy="310896"/>
          </a:xfrm>
          <a:prstGeom prst="rect">
            <a:avLst/>
          </a:prstGeom>
          <a:solidFill>
            <a:srgbClr val="112030"/>
          </a:solidFill>
          <a:ln w="3175">
            <a:solidFill>
              <a:srgbClr val="3D6080"/>
            </a:solidFill>
            <a:prstDash val="solid"/>
          </a:ln>
        </p:spPr>
      </p:sp>
      <p:sp>
        <p:nvSpPr>
          <p:cNvPr id="88" name="Text 86"/>
          <p:cNvSpPr/>
          <p:nvPr/>
        </p:nvSpPr>
        <p:spPr>
          <a:xfrm>
            <a:off x="329184" y="4283964"/>
            <a:ext cx="2633472" cy="310896"/>
          </a:xfrm>
          <a:prstGeom prst="rect">
            <a:avLst/>
          </a:prstGeom>
          <a:noFill/>
          <a:ln/>
        </p:spPr>
        <p:txBody>
          <a:bodyPr wrap="square" lIns="0" tIns="0" rIns="0" bIns="0" rtlCol="0" anchor="ctr"/>
          <a:lstStyle/>
          <a:p>
            <a:pPr indent="0" marL="0">
              <a:buNone/>
            </a:pPr>
            <a:r>
              <a:rPr lang="en-US" sz="880" dirty="0">
                <a:solidFill>
                  <a:srgbClr val="EEF6FF"/>
                </a:solidFill>
                <a:latin typeface="Calibri" pitchFamily="34" charset="0"/>
                <a:ea typeface="Calibri" pitchFamily="34" charset="-122"/>
                <a:cs typeface="Calibri" pitchFamily="34" charset="-120"/>
              </a:rPr>
              <a:t>Monthly Cost</a:t>
            </a:r>
            <a:endParaRPr lang="en-US" sz="880" dirty="0"/>
          </a:p>
        </p:txBody>
      </p:sp>
      <p:sp>
        <p:nvSpPr>
          <p:cNvPr id="89" name="Shape 87"/>
          <p:cNvSpPr/>
          <p:nvPr/>
        </p:nvSpPr>
        <p:spPr>
          <a:xfrm>
            <a:off x="3090672" y="4283964"/>
            <a:ext cx="2423160" cy="310896"/>
          </a:xfrm>
          <a:prstGeom prst="rect">
            <a:avLst/>
          </a:prstGeom>
          <a:solidFill>
            <a:srgbClr val="02160A"/>
          </a:solidFill>
          <a:ln w="8890">
            <a:solidFill>
              <a:srgbClr val="00FF88"/>
            </a:solidFill>
            <a:prstDash val="solid"/>
          </a:ln>
        </p:spPr>
      </p:sp>
      <p:sp>
        <p:nvSpPr>
          <p:cNvPr id="90" name="Text 88"/>
          <p:cNvSpPr/>
          <p:nvPr/>
        </p:nvSpPr>
        <p:spPr>
          <a:xfrm>
            <a:off x="3163824" y="4283964"/>
            <a:ext cx="2304288" cy="310896"/>
          </a:xfrm>
          <a:prstGeom prst="rect">
            <a:avLst/>
          </a:prstGeom>
          <a:noFill/>
          <a:ln/>
        </p:spPr>
        <p:txBody>
          <a:bodyPr wrap="square" lIns="0" tIns="0" rIns="0" bIns="0" rtlCol="0" anchor="ctr"/>
          <a:lstStyle/>
          <a:p>
            <a:pPr indent="0" marL="0">
              <a:buNone/>
            </a:pPr>
            <a:r>
              <a:rPr lang="en-US" sz="880" b="1" dirty="0">
                <a:solidFill>
                  <a:srgbClr val="00FF88"/>
                </a:solidFill>
                <a:latin typeface="Calibri" pitchFamily="34" charset="0"/>
                <a:ea typeface="Calibri" pitchFamily="34" charset="-122"/>
                <a:cs typeface="Calibri" pitchFamily="34" charset="-120"/>
              </a:rPr>
              <a:t>✅ ₹0 FOREVER 🎉</a:t>
            </a:r>
            <a:endParaRPr lang="en-US" sz="880" dirty="0"/>
          </a:p>
        </p:txBody>
      </p:sp>
      <p:sp>
        <p:nvSpPr>
          <p:cNvPr id="91" name="Shape 89"/>
          <p:cNvSpPr/>
          <p:nvPr/>
        </p:nvSpPr>
        <p:spPr>
          <a:xfrm>
            <a:off x="5596128" y="4283964"/>
            <a:ext cx="1618488" cy="310896"/>
          </a:xfrm>
          <a:prstGeom prst="rect">
            <a:avLst/>
          </a:prstGeom>
          <a:solidFill>
            <a:srgbClr val="112030"/>
          </a:solidFill>
          <a:ln w="3175">
            <a:solidFill>
              <a:srgbClr val="3D6080"/>
            </a:solidFill>
            <a:prstDash val="solid"/>
          </a:ln>
        </p:spPr>
      </p:sp>
      <p:sp>
        <p:nvSpPr>
          <p:cNvPr id="92" name="Text 90"/>
          <p:cNvSpPr/>
          <p:nvPr/>
        </p:nvSpPr>
        <p:spPr>
          <a:xfrm>
            <a:off x="5669280" y="4283964"/>
            <a:ext cx="1499616" cy="310896"/>
          </a:xfrm>
          <a:prstGeom prst="rect">
            <a:avLst/>
          </a:prstGeom>
          <a:noFill/>
          <a:ln/>
        </p:spPr>
        <p:txBody>
          <a:bodyPr wrap="square" lIns="0" tIns="0" rIns="0" bIns="0" rtlCol="0" anchor="ctr"/>
          <a:lstStyle/>
          <a:p>
            <a:pPr indent="0" marL="0">
              <a:buNone/>
            </a:pPr>
            <a:r>
              <a:rPr lang="en-US" sz="880" dirty="0">
                <a:solidFill>
                  <a:srgbClr val="FFCC00"/>
                </a:solidFill>
                <a:latin typeface="Calibri" pitchFamily="34" charset="0"/>
                <a:ea typeface="Calibri" pitchFamily="34" charset="-122"/>
                <a:cs typeface="Calibri" pitchFamily="34" charset="-120"/>
              </a:rPr>
              <a:t>💸 ₹100Cr+</a:t>
            </a:r>
            <a:endParaRPr lang="en-US" sz="880" dirty="0"/>
          </a:p>
        </p:txBody>
      </p:sp>
      <p:sp>
        <p:nvSpPr>
          <p:cNvPr id="93" name="Shape 91"/>
          <p:cNvSpPr/>
          <p:nvPr/>
        </p:nvSpPr>
        <p:spPr>
          <a:xfrm>
            <a:off x="7296912" y="4283964"/>
            <a:ext cx="1673352" cy="310896"/>
          </a:xfrm>
          <a:prstGeom prst="rect">
            <a:avLst/>
          </a:prstGeom>
          <a:solidFill>
            <a:srgbClr val="112030"/>
          </a:solidFill>
          <a:ln w="3175">
            <a:solidFill>
              <a:srgbClr val="3D6080"/>
            </a:solidFill>
            <a:prstDash val="solid"/>
          </a:ln>
        </p:spPr>
      </p:sp>
      <p:sp>
        <p:nvSpPr>
          <p:cNvPr id="94" name="Text 92"/>
          <p:cNvSpPr/>
          <p:nvPr/>
        </p:nvSpPr>
        <p:spPr>
          <a:xfrm>
            <a:off x="7370064" y="4283964"/>
            <a:ext cx="1554480" cy="310896"/>
          </a:xfrm>
          <a:prstGeom prst="rect">
            <a:avLst/>
          </a:prstGeom>
          <a:noFill/>
          <a:ln/>
        </p:spPr>
        <p:txBody>
          <a:bodyPr wrap="square" lIns="0" tIns="0" rIns="0" bIns="0" rtlCol="0" anchor="ctr"/>
          <a:lstStyle/>
          <a:p>
            <a:pPr indent="0" marL="0">
              <a:buNone/>
            </a:pPr>
            <a:r>
              <a:rPr lang="en-US" sz="880" dirty="0">
                <a:solidFill>
                  <a:srgbClr val="FFCC00"/>
                </a:solidFill>
                <a:latin typeface="Calibri" pitchFamily="34" charset="0"/>
                <a:ea typeface="Calibri" pitchFamily="34" charset="-122"/>
                <a:cs typeface="Calibri" pitchFamily="34" charset="-120"/>
              </a:rPr>
              <a:t>💸 $$$</a:t>
            </a:r>
            <a:endParaRPr lang="en-US" sz="880" dirty="0"/>
          </a:p>
        </p:txBody>
      </p:sp>
      <p:sp>
        <p:nvSpPr>
          <p:cNvPr id="95" name="Shape 93"/>
          <p:cNvSpPr/>
          <p:nvPr/>
        </p:nvSpPr>
        <p:spPr>
          <a:xfrm>
            <a:off x="256032" y="4645152"/>
            <a:ext cx="8686800" cy="347472"/>
          </a:xfrm>
          <a:prstGeom prst="roundRect">
            <a:avLst>
              <a:gd name="adj" fmla="val 15789"/>
            </a:avLst>
          </a:prstGeom>
          <a:solidFill>
            <a:srgbClr val="00421F"/>
          </a:solidFill>
          <a:ln w="16510">
            <a:solidFill>
              <a:srgbClr val="00FF88"/>
            </a:solidFill>
            <a:prstDash val="solid"/>
          </a:ln>
          <a:effectLst>
            <a:outerShdw sx="100000" sy="100000" kx="0" ky="0" algn="bl" rotWithShape="0" blurRad="279400" dist="50800" dir="16200000">
              <a:srgbClr val="00FF88">
                <a:alpha val="35000"/>
              </a:srgbClr>
            </a:outerShdw>
          </a:effectLst>
        </p:spPr>
      </p:sp>
      <p:sp>
        <p:nvSpPr>
          <p:cNvPr id="96" name="Text 94"/>
          <p:cNvSpPr/>
          <p:nvPr/>
        </p:nvSpPr>
        <p:spPr>
          <a:xfrm>
            <a:off x="256032" y="4645152"/>
            <a:ext cx="8686800" cy="347472"/>
          </a:xfrm>
          <a:prstGeom prst="rect">
            <a:avLst/>
          </a:prstGeom>
          <a:noFill/>
          <a:ln/>
        </p:spPr>
        <p:txBody>
          <a:bodyPr wrap="square" rtlCol="0" anchor="ctr"/>
          <a:lstStyle/>
          <a:p>
            <a:pPr algn="ctr" indent="0" marL="0">
              <a:buNone/>
            </a:pPr>
            <a:r>
              <a:rPr lang="en-US" sz="1000" b="1" dirty="0">
                <a:solidFill>
                  <a:srgbClr val="00FF88"/>
                </a:solidFill>
                <a:latin typeface="Calibri" pitchFamily="34" charset="0"/>
                <a:ea typeface="Calibri" pitchFamily="34" charset="-122"/>
                <a:cs typeface="Calibri" pitchFamily="34" charset="-120"/>
              </a:rPr>
              <a:t>🏆  10/10 features — CivicEye WINS every row.  ₹0 vs ₹100Cr+.  30 minutes vs Years.  Why settle for less?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20C18"/>
        </a:solidFill>
      </p:bgPr>
    </p:bg>
    <p:spTree>
      <p:nvGrpSpPr>
        <p:cNvPr id="1" name=""/>
        <p:cNvGrpSpPr/>
        <p:nvPr/>
      </p:nvGrpSpPr>
      <p:grpSpPr>
        <a:xfrm>
          <a:off x="0" y="0"/>
          <a:ext cx="0" cy="0"/>
          <a:chOff x="0" y="0"/>
          <a:chExt cx="0" cy="0"/>
        </a:xfrm>
      </p:grpSpPr>
      <p:sp>
        <p:nvSpPr>
          <p:cNvPr id="2" name="Shape 0"/>
          <p:cNvSpPr/>
          <p:nvPr/>
        </p:nvSpPr>
        <p:spPr>
          <a:xfrm>
            <a:off x="-1828800" y="-914400"/>
            <a:ext cx="6400800" cy="5486400"/>
          </a:xfrm>
          <a:prstGeom prst="ellipse">
            <a:avLst/>
          </a:prstGeom>
          <a:solidFill>
            <a:srgbClr val="B040FF">
              <a:alpha val="4000"/>
            </a:srgbClr>
          </a:solidFill>
          <a:ln w="12700">
            <a:solidFill>
              <a:srgbClr val="000000"/>
            </a:solidFill>
            <a:prstDash val="solid"/>
          </a:ln>
        </p:spPr>
      </p:sp>
      <p:sp>
        <p:nvSpPr>
          <p:cNvPr id="3" name="Shape 1"/>
          <p:cNvSpPr/>
          <p:nvPr/>
        </p:nvSpPr>
        <p:spPr>
          <a:xfrm>
            <a:off x="5943600" y="2743200"/>
            <a:ext cx="5486400" cy="4572000"/>
          </a:xfrm>
          <a:prstGeom prst="ellipse">
            <a:avLst/>
          </a:prstGeom>
          <a:solidFill>
            <a:srgbClr val="00F5FF">
              <a:alpha val="4000"/>
            </a:srgbClr>
          </a:solidFill>
          <a:ln w="12700">
            <a:solidFill>
              <a:srgbClr val="000000"/>
            </a:solidFill>
            <a:prstDash val="solid"/>
          </a:ln>
        </p:spPr>
      </p:sp>
      <p:sp>
        <p:nvSpPr>
          <p:cNvPr id="4" name="Shape 2"/>
          <p:cNvSpPr/>
          <p:nvPr/>
        </p:nvSpPr>
        <p:spPr>
          <a:xfrm>
            <a:off x="2743200" y="3657600"/>
            <a:ext cx="4572000" cy="3657600"/>
          </a:xfrm>
          <a:prstGeom prst="ellipse">
            <a:avLst/>
          </a:prstGeom>
          <a:solidFill>
            <a:srgbClr val="3D8EFF">
              <a:alpha val="3000"/>
            </a:srgbClr>
          </a:solidFill>
          <a:ln w="12700">
            <a:solidFill>
              <a:srgbClr val="000000"/>
            </a:solidFill>
            <a:prstDash val="solid"/>
          </a:ln>
        </p:spPr>
      </p:sp>
      <p:sp>
        <p:nvSpPr>
          <p:cNvPr id="5" name="Text 3"/>
          <p:cNvSpPr/>
          <p:nvPr/>
        </p:nvSpPr>
        <p:spPr>
          <a:xfrm>
            <a:off x="365760" y="91440"/>
            <a:ext cx="8412480" cy="201168"/>
          </a:xfrm>
          <a:prstGeom prst="rect">
            <a:avLst/>
          </a:prstGeom>
          <a:noFill/>
          <a:ln/>
        </p:spPr>
        <p:txBody>
          <a:bodyPr wrap="square" rtlCol="0" anchor="ctr"/>
          <a:lstStyle/>
          <a:p>
            <a:pPr algn="ctr" indent="0" marL="0">
              <a:buNone/>
            </a:pPr>
            <a:r>
              <a:rPr lang="en-US" sz="750" spc="500" kern="0" dirty="0">
                <a:solidFill>
                  <a:srgbClr val="FFCC00"/>
                </a:solidFill>
                <a:latin typeface="Consolas" pitchFamily="34" charset="0"/>
                <a:ea typeface="Consolas" pitchFamily="34" charset="-122"/>
                <a:cs typeface="Consolas" pitchFamily="34" charset="-120"/>
              </a:rPr>
              <a:t>MARKET OPPORTUNITY + REVENUE</a:t>
            </a:r>
            <a:endParaRPr lang="en-US" sz="750" dirty="0"/>
          </a:p>
        </p:txBody>
      </p:sp>
      <p:sp>
        <p:nvSpPr>
          <p:cNvPr id="6" name="Text 4"/>
          <p:cNvSpPr/>
          <p:nvPr/>
        </p:nvSpPr>
        <p:spPr>
          <a:xfrm>
            <a:off x="365760" y="292608"/>
            <a:ext cx="8412480" cy="530352"/>
          </a:xfrm>
          <a:prstGeom prst="rect">
            <a:avLst/>
          </a:prstGeom>
          <a:noFill/>
          <a:ln/>
        </p:spPr>
        <p:txBody>
          <a:bodyPr wrap="square" rtlCol="0" anchor="ctr"/>
          <a:lstStyle/>
          <a:p>
            <a:pPr algn="ctr" indent="0" marL="0">
              <a:buNone/>
            </a:pPr>
            <a:r>
              <a:rPr lang="en-US" sz="2800" b="1" dirty="0">
                <a:solidFill>
                  <a:srgbClr val="EEF6FF"/>
                </a:solidFill>
                <a:latin typeface="Calibri" pitchFamily="34" charset="0"/>
                <a:ea typeface="Calibri" pitchFamily="34" charset="-122"/>
                <a:cs typeface="Calibri" pitchFamily="34" charset="-120"/>
              </a:rPr>
              <a:t>Massive Market  ·  Clear Revenue  ·  Ready to Scale</a:t>
            </a:r>
            <a:endParaRPr lang="en-US" sz="2800" dirty="0"/>
          </a:p>
        </p:txBody>
      </p:sp>
      <p:sp>
        <p:nvSpPr>
          <p:cNvPr id="7" name="Shape 5"/>
          <p:cNvSpPr/>
          <p:nvPr/>
        </p:nvSpPr>
        <p:spPr>
          <a:xfrm>
            <a:off x="256032" y="960120"/>
            <a:ext cx="2084832" cy="1188720"/>
          </a:xfrm>
          <a:prstGeom prst="roundRect">
            <a:avLst>
              <a:gd name="adj" fmla="val 6154"/>
            </a:avLst>
          </a:prstGeom>
          <a:solidFill>
            <a:srgbClr val="112030"/>
          </a:solidFill>
          <a:ln w="15240">
            <a:solidFill>
              <a:srgbClr val="00F5FF"/>
            </a:solidFill>
            <a:prstDash val="solid"/>
          </a:ln>
          <a:effectLst>
            <a:outerShdw sx="100000" sy="100000" kx="0" ky="0" algn="bl" rotWithShape="0" blurRad="279400" dist="50800" dir="16200000">
              <a:srgbClr val="00F5FF">
                <a:alpha val="30000"/>
              </a:srgbClr>
            </a:outerShdw>
          </a:effectLst>
        </p:spPr>
      </p:sp>
      <p:sp>
        <p:nvSpPr>
          <p:cNvPr id="8" name="Shape 6"/>
          <p:cNvSpPr/>
          <p:nvPr/>
        </p:nvSpPr>
        <p:spPr>
          <a:xfrm>
            <a:off x="256032" y="960120"/>
            <a:ext cx="2084832" cy="45720"/>
          </a:xfrm>
          <a:prstGeom prst="roundRect">
            <a:avLst>
              <a:gd name="adj" fmla="val 160000"/>
            </a:avLst>
          </a:prstGeom>
          <a:solidFill>
            <a:srgbClr val="00F5FF"/>
          </a:solidFill>
          <a:ln w="12700">
            <a:solidFill>
              <a:srgbClr val="000000"/>
            </a:solidFill>
            <a:prstDash val="solid"/>
          </a:ln>
        </p:spPr>
      </p:sp>
      <p:sp>
        <p:nvSpPr>
          <p:cNvPr id="9" name="Text 7"/>
          <p:cNvSpPr/>
          <p:nvPr/>
        </p:nvSpPr>
        <p:spPr>
          <a:xfrm>
            <a:off x="256032" y="1005840"/>
            <a:ext cx="2084832" cy="548640"/>
          </a:xfrm>
          <a:prstGeom prst="rect">
            <a:avLst/>
          </a:prstGeom>
          <a:noFill/>
          <a:ln/>
          <a:effectLst>
            <a:outerShdw sx="100000" sy="100000" kx="0" ky="0" algn="bl" rotWithShape="0" blurRad="279400" dist="50800" dir="16200000">
              <a:srgbClr val="00F5FF">
                <a:alpha val="30000"/>
              </a:srgbClr>
            </a:outerShdw>
          </a:effectLst>
        </p:spPr>
        <p:txBody>
          <a:bodyPr wrap="square" lIns="0" tIns="0" rIns="0" bIns="0" rtlCol="0" anchor="ctr"/>
          <a:lstStyle/>
          <a:p>
            <a:pPr algn="ctr" indent="0" marL="0">
              <a:buNone/>
            </a:pPr>
            <a:r>
              <a:rPr lang="en-US" sz="2800" b="1" dirty="0">
                <a:solidFill>
                  <a:srgbClr val="00F5FF"/>
                </a:solidFill>
                <a:latin typeface="Calibri" pitchFamily="34" charset="0"/>
                <a:ea typeface="Calibri" pitchFamily="34" charset="-122"/>
                <a:cs typeface="Calibri" pitchFamily="34" charset="-120"/>
              </a:rPr>
              <a:t>500M+</a:t>
            </a:r>
            <a:endParaRPr lang="en-US" sz="2800" dirty="0"/>
          </a:p>
        </p:txBody>
      </p:sp>
      <p:sp>
        <p:nvSpPr>
          <p:cNvPr id="10" name="Text 8"/>
          <p:cNvSpPr/>
          <p:nvPr/>
        </p:nvSpPr>
        <p:spPr>
          <a:xfrm>
            <a:off x="256032" y="1554480"/>
            <a:ext cx="2084832" cy="256032"/>
          </a:xfrm>
          <a:prstGeom prst="rect">
            <a:avLst/>
          </a:prstGeom>
          <a:noFill/>
          <a:ln/>
        </p:spPr>
        <p:txBody>
          <a:bodyPr wrap="square" lIns="0" tIns="0" rIns="0" bIns="0" rtlCol="0" anchor="ctr"/>
          <a:lstStyle/>
          <a:p>
            <a:pPr algn="ctr" indent="0" marL="0">
              <a:buNone/>
            </a:pPr>
            <a:r>
              <a:rPr lang="en-US" sz="1050" b="1" dirty="0">
                <a:solidFill>
                  <a:srgbClr val="EEF6FF"/>
                </a:solidFill>
                <a:latin typeface="Calibri" pitchFamily="34" charset="0"/>
                <a:ea typeface="Calibri" pitchFamily="34" charset="-122"/>
                <a:cs typeface="Calibri" pitchFamily="34" charset="-120"/>
              </a:rPr>
              <a:t>Potential Users</a:t>
            </a:r>
            <a:endParaRPr lang="en-US" sz="1050" dirty="0"/>
          </a:p>
        </p:txBody>
      </p:sp>
      <p:sp>
        <p:nvSpPr>
          <p:cNvPr id="11" name="Text 9"/>
          <p:cNvSpPr/>
          <p:nvPr/>
        </p:nvSpPr>
        <p:spPr>
          <a:xfrm>
            <a:off x="256032" y="1810512"/>
            <a:ext cx="2084832" cy="201168"/>
          </a:xfrm>
          <a:prstGeom prst="rect">
            <a:avLst/>
          </a:prstGeom>
          <a:noFill/>
          <a:ln/>
        </p:spPr>
        <p:txBody>
          <a:bodyPr wrap="square" lIns="0" tIns="0" rIns="0" bIns="0" rtlCol="0" anchor="ctr"/>
          <a:lstStyle/>
          <a:p>
            <a:pPr algn="ctr" indent="0" marL="0">
              <a:buNone/>
            </a:pPr>
            <a:r>
              <a:rPr lang="en-US" sz="800" dirty="0">
                <a:solidFill>
                  <a:srgbClr val="3D6080"/>
                </a:solidFill>
                <a:latin typeface="Calibri" pitchFamily="34" charset="0"/>
                <a:ea typeface="Calibri" pitchFamily="34" charset="-122"/>
                <a:cs typeface="Calibri" pitchFamily="34" charset="-120"/>
              </a:rPr>
              <a:t>India + South Asia</a:t>
            </a:r>
            <a:endParaRPr lang="en-US" sz="800" dirty="0"/>
          </a:p>
        </p:txBody>
      </p:sp>
      <p:sp>
        <p:nvSpPr>
          <p:cNvPr id="12" name="Shape 10"/>
          <p:cNvSpPr/>
          <p:nvPr/>
        </p:nvSpPr>
        <p:spPr>
          <a:xfrm>
            <a:off x="2432304" y="960120"/>
            <a:ext cx="2084832" cy="1188720"/>
          </a:xfrm>
          <a:prstGeom prst="roundRect">
            <a:avLst>
              <a:gd name="adj" fmla="val 6154"/>
            </a:avLst>
          </a:prstGeom>
          <a:solidFill>
            <a:srgbClr val="112030"/>
          </a:solidFill>
          <a:ln w="15240">
            <a:solidFill>
              <a:srgbClr val="B040FF"/>
            </a:solidFill>
            <a:prstDash val="solid"/>
          </a:ln>
          <a:effectLst>
            <a:outerShdw sx="100000" sy="100000" kx="0" ky="0" algn="bl" rotWithShape="0" blurRad="279400" dist="50800" dir="16200000">
              <a:srgbClr val="B040FF">
                <a:alpha val="30000"/>
              </a:srgbClr>
            </a:outerShdw>
          </a:effectLst>
        </p:spPr>
      </p:sp>
      <p:sp>
        <p:nvSpPr>
          <p:cNvPr id="13" name="Shape 11"/>
          <p:cNvSpPr/>
          <p:nvPr/>
        </p:nvSpPr>
        <p:spPr>
          <a:xfrm>
            <a:off x="2432304" y="960120"/>
            <a:ext cx="2084832" cy="45720"/>
          </a:xfrm>
          <a:prstGeom prst="roundRect">
            <a:avLst>
              <a:gd name="adj" fmla="val 160000"/>
            </a:avLst>
          </a:prstGeom>
          <a:solidFill>
            <a:srgbClr val="B040FF"/>
          </a:solidFill>
          <a:ln w="12700">
            <a:solidFill>
              <a:srgbClr val="000000"/>
            </a:solidFill>
            <a:prstDash val="solid"/>
          </a:ln>
        </p:spPr>
      </p:sp>
      <p:sp>
        <p:nvSpPr>
          <p:cNvPr id="14" name="Text 12"/>
          <p:cNvSpPr/>
          <p:nvPr/>
        </p:nvSpPr>
        <p:spPr>
          <a:xfrm>
            <a:off x="2432304" y="1005840"/>
            <a:ext cx="2084832" cy="548640"/>
          </a:xfrm>
          <a:prstGeom prst="rect">
            <a:avLst/>
          </a:prstGeom>
          <a:noFill/>
          <a:ln/>
          <a:effectLst>
            <a:outerShdw sx="100000" sy="100000" kx="0" ky="0" algn="bl" rotWithShape="0" blurRad="279400" dist="50800" dir="16200000">
              <a:srgbClr val="B040FF">
                <a:alpha val="30000"/>
              </a:srgbClr>
            </a:outerShdw>
          </a:effectLst>
        </p:spPr>
        <p:txBody>
          <a:bodyPr wrap="square" lIns="0" tIns="0" rIns="0" bIns="0" rtlCol="0" anchor="ctr"/>
          <a:lstStyle/>
          <a:p>
            <a:pPr algn="ctr" indent="0" marL="0">
              <a:buNone/>
            </a:pPr>
            <a:r>
              <a:rPr lang="en-US" sz="2800" b="1" dirty="0">
                <a:solidFill>
                  <a:srgbClr val="B040FF"/>
                </a:solidFill>
                <a:latin typeface="Calibri" pitchFamily="34" charset="0"/>
                <a:ea typeface="Calibri" pitchFamily="34" charset="-122"/>
                <a:cs typeface="Calibri" pitchFamily="34" charset="-120"/>
              </a:rPr>
              <a:t>4,000+</a:t>
            </a:r>
            <a:endParaRPr lang="en-US" sz="2800" dirty="0"/>
          </a:p>
        </p:txBody>
      </p:sp>
      <p:sp>
        <p:nvSpPr>
          <p:cNvPr id="15" name="Text 13"/>
          <p:cNvSpPr/>
          <p:nvPr/>
        </p:nvSpPr>
        <p:spPr>
          <a:xfrm>
            <a:off x="2432304" y="1554480"/>
            <a:ext cx="2084832" cy="256032"/>
          </a:xfrm>
          <a:prstGeom prst="rect">
            <a:avLst/>
          </a:prstGeom>
          <a:noFill/>
          <a:ln/>
        </p:spPr>
        <p:txBody>
          <a:bodyPr wrap="square" lIns="0" tIns="0" rIns="0" bIns="0" rtlCol="0" anchor="ctr"/>
          <a:lstStyle/>
          <a:p>
            <a:pPr algn="ctr" indent="0" marL="0">
              <a:buNone/>
            </a:pPr>
            <a:r>
              <a:rPr lang="en-US" sz="1050" b="1" dirty="0">
                <a:solidFill>
                  <a:srgbClr val="EEF6FF"/>
                </a:solidFill>
                <a:latin typeface="Calibri" pitchFamily="34" charset="0"/>
                <a:ea typeface="Calibri" pitchFamily="34" charset="-122"/>
                <a:cs typeface="Calibri" pitchFamily="34" charset="-120"/>
              </a:rPr>
              <a:t>Municipalities</a:t>
            </a:r>
            <a:endParaRPr lang="en-US" sz="1050" dirty="0"/>
          </a:p>
        </p:txBody>
      </p:sp>
      <p:sp>
        <p:nvSpPr>
          <p:cNvPr id="16" name="Text 14"/>
          <p:cNvSpPr/>
          <p:nvPr/>
        </p:nvSpPr>
        <p:spPr>
          <a:xfrm>
            <a:off x="2432304" y="1810512"/>
            <a:ext cx="2084832" cy="201168"/>
          </a:xfrm>
          <a:prstGeom prst="rect">
            <a:avLst/>
          </a:prstGeom>
          <a:noFill/>
          <a:ln/>
        </p:spPr>
        <p:txBody>
          <a:bodyPr wrap="square" lIns="0" tIns="0" rIns="0" bIns="0" rtlCol="0" anchor="ctr"/>
          <a:lstStyle/>
          <a:p>
            <a:pPr algn="ctr" indent="0" marL="0">
              <a:buNone/>
            </a:pPr>
            <a:r>
              <a:rPr lang="en-US" sz="800" dirty="0">
                <a:solidFill>
                  <a:srgbClr val="3D6080"/>
                </a:solidFill>
                <a:latin typeface="Calibri" pitchFamily="34" charset="0"/>
                <a:ea typeface="Calibri" pitchFamily="34" charset="-122"/>
                <a:cs typeface="Calibri" pitchFamily="34" charset="-120"/>
              </a:rPr>
              <a:t>All of India</a:t>
            </a:r>
            <a:endParaRPr lang="en-US" sz="800" dirty="0"/>
          </a:p>
        </p:txBody>
      </p:sp>
      <p:sp>
        <p:nvSpPr>
          <p:cNvPr id="17" name="Shape 15"/>
          <p:cNvSpPr/>
          <p:nvPr/>
        </p:nvSpPr>
        <p:spPr>
          <a:xfrm>
            <a:off x="4608576" y="960120"/>
            <a:ext cx="2084832" cy="1188720"/>
          </a:xfrm>
          <a:prstGeom prst="roundRect">
            <a:avLst>
              <a:gd name="adj" fmla="val 6154"/>
            </a:avLst>
          </a:prstGeom>
          <a:solidFill>
            <a:srgbClr val="112030"/>
          </a:solidFill>
          <a:ln w="15240">
            <a:solidFill>
              <a:srgbClr val="00FF88"/>
            </a:solidFill>
            <a:prstDash val="solid"/>
          </a:ln>
          <a:effectLst>
            <a:outerShdw sx="100000" sy="100000" kx="0" ky="0" algn="bl" rotWithShape="0" blurRad="279400" dist="50800" dir="16200000">
              <a:srgbClr val="00FF88">
                <a:alpha val="30000"/>
              </a:srgbClr>
            </a:outerShdw>
          </a:effectLst>
        </p:spPr>
      </p:sp>
      <p:sp>
        <p:nvSpPr>
          <p:cNvPr id="18" name="Shape 16"/>
          <p:cNvSpPr/>
          <p:nvPr/>
        </p:nvSpPr>
        <p:spPr>
          <a:xfrm>
            <a:off x="4608576" y="960120"/>
            <a:ext cx="2084832" cy="45720"/>
          </a:xfrm>
          <a:prstGeom prst="roundRect">
            <a:avLst>
              <a:gd name="adj" fmla="val 160000"/>
            </a:avLst>
          </a:prstGeom>
          <a:solidFill>
            <a:srgbClr val="00FF88"/>
          </a:solidFill>
          <a:ln w="12700">
            <a:solidFill>
              <a:srgbClr val="000000"/>
            </a:solidFill>
            <a:prstDash val="solid"/>
          </a:ln>
        </p:spPr>
      </p:sp>
      <p:sp>
        <p:nvSpPr>
          <p:cNvPr id="19" name="Text 17"/>
          <p:cNvSpPr/>
          <p:nvPr/>
        </p:nvSpPr>
        <p:spPr>
          <a:xfrm>
            <a:off x="4608576" y="1005840"/>
            <a:ext cx="2084832" cy="548640"/>
          </a:xfrm>
          <a:prstGeom prst="rect">
            <a:avLst/>
          </a:prstGeom>
          <a:noFill/>
          <a:ln/>
          <a:effectLst>
            <a:outerShdw sx="100000" sy="100000" kx="0" ky="0" algn="bl" rotWithShape="0" blurRad="279400" dist="50800" dir="16200000">
              <a:srgbClr val="00FF88">
                <a:alpha val="30000"/>
              </a:srgbClr>
            </a:outerShdw>
          </a:effectLst>
        </p:spPr>
        <p:txBody>
          <a:bodyPr wrap="square" lIns="0" tIns="0" rIns="0" bIns="0" rtlCol="0" anchor="ctr"/>
          <a:lstStyle/>
          <a:p>
            <a:pPr algn="ctr" indent="0" marL="0">
              <a:buNone/>
            </a:pPr>
            <a:r>
              <a:rPr lang="en-US" sz="2800" b="1" dirty="0">
                <a:solidFill>
                  <a:srgbClr val="00FF88"/>
                </a:solidFill>
                <a:latin typeface="Calibri" pitchFamily="34" charset="0"/>
                <a:ea typeface="Calibri" pitchFamily="34" charset="-122"/>
                <a:cs typeface="Calibri" pitchFamily="34" charset="-120"/>
              </a:rPr>
              <a:t>₹2,500Cr</a:t>
            </a:r>
            <a:endParaRPr lang="en-US" sz="2800" dirty="0"/>
          </a:p>
        </p:txBody>
      </p:sp>
      <p:sp>
        <p:nvSpPr>
          <p:cNvPr id="20" name="Text 18"/>
          <p:cNvSpPr/>
          <p:nvPr/>
        </p:nvSpPr>
        <p:spPr>
          <a:xfrm>
            <a:off x="4608576" y="1554480"/>
            <a:ext cx="2084832" cy="256032"/>
          </a:xfrm>
          <a:prstGeom prst="rect">
            <a:avLst/>
          </a:prstGeom>
          <a:noFill/>
          <a:ln/>
        </p:spPr>
        <p:txBody>
          <a:bodyPr wrap="square" lIns="0" tIns="0" rIns="0" bIns="0" rtlCol="0" anchor="ctr"/>
          <a:lstStyle/>
          <a:p>
            <a:pPr algn="ctr" indent="0" marL="0">
              <a:buNone/>
            </a:pPr>
            <a:r>
              <a:rPr lang="en-US" sz="1050" b="1" dirty="0">
                <a:solidFill>
                  <a:srgbClr val="EEF6FF"/>
                </a:solidFill>
                <a:latin typeface="Calibri" pitchFamily="34" charset="0"/>
                <a:ea typeface="Calibri" pitchFamily="34" charset="-122"/>
                <a:cs typeface="Calibri" pitchFamily="34" charset="-120"/>
              </a:rPr>
              <a:t>GovTech 2026</a:t>
            </a:r>
            <a:endParaRPr lang="en-US" sz="1050" dirty="0"/>
          </a:p>
        </p:txBody>
      </p:sp>
      <p:sp>
        <p:nvSpPr>
          <p:cNvPr id="21" name="Text 19"/>
          <p:cNvSpPr/>
          <p:nvPr/>
        </p:nvSpPr>
        <p:spPr>
          <a:xfrm>
            <a:off x="4608576" y="1810512"/>
            <a:ext cx="2084832" cy="201168"/>
          </a:xfrm>
          <a:prstGeom prst="rect">
            <a:avLst/>
          </a:prstGeom>
          <a:noFill/>
          <a:ln/>
        </p:spPr>
        <p:txBody>
          <a:bodyPr wrap="square" lIns="0" tIns="0" rIns="0" bIns="0" rtlCol="0" anchor="ctr"/>
          <a:lstStyle/>
          <a:p>
            <a:pPr algn="ctr" indent="0" marL="0">
              <a:buNone/>
            </a:pPr>
            <a:r>
              <a:rPr lang="en-US" sz="800" dirty="0">
                <a:solidFill>
                  <a:srgbClr val="3D6080"/>
                </a:solidFill>
                <a:latin typeface="Calibri" pitchFamily="34" charset="0"/>
                <a:ea typeface="Calibri" pitchFamily="34" charset="-122"/>
                <a:cs typeface="Calibri" pitchFamily="34" charset="-120"/>
              </a:rPr>
              <a:t>40% YoY growth</a:t>
            </a:r>
            <a:endParaRPr lang="en-US" sz="800" dirty="0"/>
          </a:p>
        </p:txBody>
      </p:sp>
      <p:sp>
        <p:nvSpPr>
          <p:cNvPr id="22" name="Shape 20"/>
          <p:cNvSpPr/>
          <p:nvPr/>
        </p:nvSpPr>
        <p:spPr>
          <a:xfrm>
            <a:off x="6784848" y="960120"/>
            <a:ext cx="2084832" cy="1188720"/>
          </a:xfrm>
          <a:prstGeom prst="roundRect">
            <a:avLst>
              <a:gd name="adj" fmla="val 6154"/>
            </a:avLst>
          </a:prstGeom>
          <a:solidFill>
            <a:srgbClr val="112030"/>
          </a:solidFill>
          <a:ln w="15240">
            <a:solidFill>
              <a:srgbClr val="FFCC00"/>
            </a:solidFill>
            <a:prstDash val="solid"/>
          </a:ln>
          <a:effectLst>
            <a:outerShdw sx="100000" sy="100000" kx="0" ky="0" algn="bl" rotWithShape="0" blurRad="279400" dist="50800" dir="16200000">
              <a:srgbClr val="FFCC00">
                <a:alpha val="30000"/>
              </a:srgbClr>
            </a:outerShdw>
          </a:effectLst>
        </p:spPr>
      </p:sp>
      <p:sp>
        <p:nvSpPr>
          <p:cNvPr id="23" name="Shape 21"/>
          <p:cNvSpPr/>
          <p:nvPr/>
        </p:nvSpPr>
        <p:spPr>
          <a:xfrm>
            <a:off x="6784848" y="960120"/>
            <a:ext cx="2084832" cy="45720"/>
          </a:xfrm>
          <a:prstGeom prst="roundRect">
            <a:avLst>
              <a:gd name="adj" fmla="val 160000"/>
            </a:avLst>
          </a:prstGeom>
          <a:solidFill>
            <a:srgbClr val="FFCC00"/>
          </a:solidFill>
          <a:ln w="12700">
            <a:solidFill>
              <a:srgbClr val="000000"/>
            </a:solidFill>
            <a:prstDash val="solid"/>
          </a:ln>
        </p:spPr>
      </p:sp>
      <p:sp>
        <p:nvSpPr>
          <p:cNvPr id="24" name="Text 22"/>
          <p:cNvSpPr/>
          <p:nvPr/>
        </p:nvSpPr>
        <p:spPr>
          <a:xfrm>
            <a:off x="6784848" y="1005840"/>
            <a:ext cx="2084832" cy="548640"/>
          </a:xfrm>
          <a:prstGeom prst="rect">
            <a:avLst/>
          </a:prstGeom>
          <a:noFill/>
          <a:ln/>
          <a:effectLst>
            <a:outerShdw sx="100000" sy="100000" kx="0" ky="0" algn="bl" rotWithShape="0" blurRad="279400" dist="50800" dir="16200000">
              <a:srgbClr val="FFCC00">
                <a:alpha val="30000"/>
              </a:srgbClr>
            </a:outerShdw>
          </a:effectLst>
        </p:spPr>
        <p:txBody>
          <a:bodyPr wrap="square" lIns="0" tIns="0" rIns="0" bIns="0" rtlCol="0" anchor="ctr"/>
          <a:lstStyle/>
          <a:p>
            <a:pPr algn="ctr" indent="0" marL="0">
              <a:buNone/>
            </a:pPr>
            <a:r>
              <a:rPr lang="en-US" sz="2800" b="1" dirty="0">
                <a:solidFill>
                  <a:srgbClr val="FFCC00"/>
                </a:solidFill>
                <a:latin typeface="Calibri" pitchFamily="34" charset="0"/>
                <a:ea typeface="Calibri" pitchFamily="34" charset="-122"/>
                <a:cs typeface="Calibri" pitchFamily="34" charset="-120"/>
              </a:rPr>
              <a:t>₹0</a:t>
            </a:r>
            <a:endParaRPr lang="en-US" sz="2800" dirty="0"/>
          </a:p>
        </p:txBody>
      </p:sp>
      <p:sp>
        <p:nvSpPr>
          <p:cNvPr id="25" name="Text 23"/>
          <p:cNvSpPr/>
          <p:nvPr/>
        </p:nvSpPr>
        <p:spPr>
          <a:xfrm>
            <a:off x="6784848" y="1554480"/>
            <a:ext cx="2084832" cy="256032"/>
          </a:xfrm>
          <a:prstGeom prst="rect">
            <a:avLst/>
          </a:prstGeom>
          <a:noFill/>
          <a:ln/>
        </p:spPr>
        <p:txBody>
          <a:bodyPr wrap="square" lIns="0" tIns="0" rIns="0" bIns="0" rtlCol="0" anchor="ctr"/>
          <a:lstStyle/>
          <a:p>
            <a:pPr algn="ctr" indent="0" marL="0">
              <a:buNone/>
            </a:pPr>
            <a:r>
              <a:rPr lang="en-US" sz="1050" b="1" dirty="0">
                <a:solidFill>
                  <a:srgbClr val="EEF6FF"/>
                </a:solidFill>
                <a:latin typeface="Calibri" pitchFamily="34" charset="0"/>
                <a:ea typeface="Calibri" pitchFamily="34" charset="-122"/>
                <a:cs typeface="Calibri" pitchFamily="34" charset="-120"/>
              </a:rPr>
              <a:t>Deploy Cost</a:t>
            </a:r>
            <a:endParaRPr lang="en-US" sz="1050" dirty="0"/>
          </a:p>
        </p:txBody>
      </p:sp>
      <p:sp>
        <p:nvSpPr>
          <p:cNvPr id="26" name="Text 24"/>
          <p:cNvSpPr/>
          <p:nvPr/>
        </p:nvSpPr>
        <p:spPr>
          <a:xfrm>
            <a:off x="6784848" y="1810512"/>
            <a:ext cx="2084832" cy="201168"/>
          </a:xfrm>
          <a:prstGeom prst="rect">
            <a:avLst/>
          </a:prstGeom>
          <a:noFill/>
          <a:ln/>
        </p:spPr>
        <p:txBody>
          <a:bodyPr wrap="square" lIns="0" tIns="0" rIns="0" bIns="0" rtlCol="0" anchor="ctr"/>
          <a:lstStyle/>
          <a:p>
            <a:pPr algn="ctr" indent="0" marL="0">
              <a:buNone/>
            </a:pPr>
            <a:r>
              <a:rPr lang="en-US" sz="800" dirty="0">
                <a:solidFill>
                  <a:srgbClr val="3D6080"/>
                </a:solidFill>
                <a:latin typeface="Calibri" pitchFamily="34" charset="0"/>
                <a:ea typeface="Calibri" pitchFamily="34" charset="-122"/>
                <a:cs typeface="Calibri" pitchFamily="34" charset="-120"/>
              </a:rPr>
              <a:t>Free. Forever.</a:t>
            </a:r>
            <a:endParaRPr lang="en-US" sz="800" dirty="0"/>
          </a:p>
        </p:txBody>
      </p:sp>
      <p:sp>
        <p:nvSpPr>
          <p:cNvPr id="27" name="Text 25"/>
          <p:cNvSpPr/>
          <p:nvPr/>
        </p:nvSpPr>
        <p:spPr>
          <a:xfrm>
            <a:off x="256032" y="2267712"/>
            <a:ext cx="4160520" cy="219456"/>
          </a:xfrm>
          <a:prstGeom prst="rect">
            <a:avLst/>
          </a:prstGeom>
          <a:noFill/>
          <a:ln/>
        </p:spPr>
        <p:txBody>
          <a:bodyPr wrap="square" rtlCol="0" anchor="ctr"/>
          <a:lstStyle/>
          <a:p>
            <a:pPr indent="0" marL="0">
              <a:buNone/>
            </a:pPr>
            <a:r>
              <a:rPr lang="en-US" sz="850" b="1" spc="300" kern="0" dirty="0">
                <a:solidFill>
                  <a:srgbClr val="3D6080"/>
                </a:solidFill>
                <a:latin typeface="Consolas" pitchFamily="34" charset="0"/>
                <a:ea typeface="Consolas" pitchFamily="34" charset="-122"/>
                <a:cs typeface="Consolas" pitchFamily="34" charset="-120"/>
              </a:rPr>
              <a:t>REVENUE STREAMS</a:t>
            </a:r>
            <a:endParaRPr lang="en-US" sz="850" dirty="0"/>
          </a:p>
        </p:txBody>
      </p:sp>
      <p:sp>
        <p:nvSpPr>
          <p:cNvPr id="28" name="Shape 26"/>
          <p:cNvSpPr/>
          <p:nvPr/>
        </p:nvSpPr>
        <p:spPr>
          <a:xfrm>
            <a:off x="256032" y="2542032"/>
            <a:ext cx="4160520" cy="493776"/>
          </a:xfrm>
          <a:prstGeom prst="roundRect">
            <a:avLst>
              <a:gd name="adj" fmla="val 11111"/>
            </a:avLst>
          </a:prstGeom>
          <a:solidFill>
            <a:srgbClr val="112030"/>
          </a:solidFill>
          <a:ln w="12700">
            <a:solidFill>
              <a:srgbClr val="00F5FF"/>
            </a:solidFill>
            <a:prstDash val="solid"/>
          </a:ln>
          <a:effectLst>
            <a:outerShdw sx="100000" sy="100000" kx="0" ky="0" algn="bl" rotWithShape="0" blurRad="279400" dist="50800" dir="16200000">
              <a:srgbClr val="00F5FF">
                <a:alpha val="15000"/>
              </a:srgbClr>
            </a:outerShdw>
          </a:effectLst>
        </p:spPr>
      </p:sp>
      <p:sp>
        <p:nvSpPr>
          <p:cNvPr id="29" name="Shape 27"/>
          <p:cNvSpPr/>
          <p:nvPr/>
        </p:nvSpPr>
        <p:spPr>
          <a:xfrm>
            <a:off x="256032" y="2542032"/>
            <a:ext cx="493776" cy="493776"/>
          </a:xfrm>
          <a:prstGeom prst="roundRect">
            <a:avLst>
              <a:gd name="adj" fmla="val 11111"/>
            </a:avLst>
          </a:prstGeom>
          <a:solidFill>
            <a:srgbClr val="00F5FF">
              <a:alpha val="20000"/>
            </a:srgbClr>
          </a:solidFill>
          <a:ln w="12700">
            <a:solidFill>
              <a:srgbClr val="000000"/>
            </a:solidFill>
            <a:prstDash val="solid"/>
          </a:ln>
        </p:spPr>
      </p:sp>
      <p:sp>
        <p:nvSpPr>
          <p:cNvPr id="30" name="Shape 28"/>
          <p:cNvSpPr/>
          <p:nvPr/>
        </p:nvSpPr>
        <p:spPr>
          <a:xfrm>
            <a:off x="475488" y="2542032"/>
            <a:ext cx="274320" cy="493776"/>
          </a:xfrm>
          <a:prstGeom prst="rect">
            <a:avLst/>
          </a:prstGeom>
          <a:solidFill>
            <a:srgbClr val="00F5FF">
              <a:alpha val="20000"/>
            </a:srgbClr>
          </a:solidFill>
          <a:ln w="12700">
            <a:solidFill>
              <a:srgbClr val="000000"/>
            </a:solidFill>
            <a:prstDash val="solid"/>
          </a:ln>
        </p:spPr>
      </p:sp>
      <p:sp>
        <p:nvSpPr>
          <p:cNvPr id="31" name="Text 29"/>
          <p:cNvSpPr/>
          <p:nvPr/>
        </p:nvSpPr>
        <p:spPr>
          <a:xfrm>
            <a:off x="256032" y="2542032"/>
            <a:ext cx="493776" cy="493776"/>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2" name="Text 30"/>
          <p:cNvSpPr/>
          <p:nvPr/>
        </p:nvSpPr>
        <p:spPr>
          <a:xfrm>
            <a:off x="822960" y="2596896"/>
            <a:ext cx="2194560" cy="219456"/>
          </a:xfrm>
          <a:prstGeom prst="rect">
            <a:avLst/>
          </a:prstGeom>
          <a:noFill/>
          <a:ln/>
        </p:spPr>
        <p:txBody>
          <a:bodyPr wrap="square" lIns="0" tIns="0" rIns="0" bIns="0" rtlCol="0" anchor="ctr"/>
          <a:lstStyle/>
          <a:p>
            <a:pPr indent="0" marL="0">
              <a:buNone/>
            </a:pPr>
            <a:r>
              <a:rPr lang="en-US" sz="1050" b="1" dirty="0">
                <a:solidFill>
                  <a:srgbClr val="00F5FF"/>
                </a:solidFill>
                <a:latin typeface="Calibri" pitchFamily="34" charset="0"/>
                <a:ea typeface="Calibri" pitchFamily="34" charset="-122"/>
                <a:cs typeface="Calibri" pitchFamily="34" charset="-120"/>
              </a:rPr>
              <a:t>B2G SaaS License</a:t>
            </a:r>
            <a:endParaRPr lang="en-US" sz="1050" dirty="0"/>
          </a:p>
        </p:txBody>
      </p:sp>
      <p:sp>
        <p:nvSpPr>
          <p:cNvPr id="33" name="Text 31"/>
          <p:cNvSpPr/>
          <p:nvPr/>
        </p:nvSpPr>
        <p:spPr>
          <a:xfrm>
            <a:off x="822960" y="2816352"/>
            <a:ext cx="2194560" cy="164592"/>
          </a:xfrm>
          <a:prstGeom prst="rect">
            <a:avLst/>
          </a:prstGeom>
          <a:noFill/>
          <a:ln/>
        </p:spPr>
        <p:txBody>
          <a:bodyPr wrap="square" lIns="0" tIns="0" rIns="0" bIns="0" rtlCol="0" anchor="ctr"/>
          <a:lstStyle/>
          <a:p>
            <a:pPr indent="0" marL="0">
              <a:buNone/>
            </a:pPr>
            <a:r>
              <a:rPr lang="en-US" sz="850" dirty="0">
                <a:solidFill>
                  <a:srgbClr val="3D6080"/>
                </a:solidFill>
                <a:latin typeface="Calibri" pitchFamily="34" charset="0"/>
                <a:ea typeface="Calibri" pitchFamily="34" charset="-122"/>
                <a:cs typeface="Calibri" pitchFamily="34" charset="-120"/>
              </a:rPr>
              <a:t>Per municipality</a:t>
            </a:r>
            <a:endParaRPr lang="en-US" sz="850" dirty="0"/>
          </a:p>
        </p:txBody>
      </p:sp>
      <p:sp>
        <p:nvSpPr>
          <p:cNvPr id="34" name="Text 32"/>
          <p:cNvSpPr/>
          <p:nvPr/>
        </p:nvSpPr>
        <p:spPr>
          <a:xfrm>
            <a:off x="3063240" y="2542032"/>
            <a:ext cx="1298448" cy="493776"/>
          </a:xfrm>
          <a:prstGeom prst="rect">
            <a:avLst/>
          </a:prstGeom>
          <a:noFill/>
          <a:ln/>
        </p:spPr>
        <p:txBody>
          <a:bodyPr wrap="square" rtlCol="0" anchor="ctr"/>
          <a:lstStyle/>
          <a:p>
            <a:pPr algn="ctr" indent="0" marL="0">
              <a:buNone/>
            </a:pPr>
            <a:r>
              <a:rPr lang="en-US" sz="1150" b="1" dirty="0">
                <a:solidFill>
                  <a:srgbClr val="00F5FF"/>
                </a:solidFill>
                <a:latin typeface="Consolas" pitchFamily="34" charset="0"/>
                <a:ea typeface="Consolas" pitchFamily="34" charset="-122"/>
                <a:cs typeface="Consolas" pitchFamily="34" charset="-120"/>
              </a:rPr>
              <a:t>₹50K–5L/mo</a:t>
            </a:r>
            <a:endParaRPr lang="en-US" sz="1150" dirty="0"/>
          </a:p>
        </p:txBody>
      </p:sp>
      <p:sp>
        <p:nvSpPr>
          <p:cNvPr id="35" name="Shape 33"/>
          <p:cNvSpPr/>
          <p:nvPr/>
        </p:nvSpPr>
        <p:spPr>
          <a:xfrm>
            <a:off x="256032" y="3108960"/>
            <a:ext cx="4160520" cy="493776"/>
          </a:xfrm>
          <a:prstGeom prst="roundRect">
            <a:avLst>
              <a:gd name="adj" fmla="val 11111"/>
            </a:avLst>
          </a:prstGeom>
          <a:solidFill>
            <a:srgbClr val="112030"/>
          </a:solidFill>
          <a:ln w="12700">
            <a:solidFill>
              <a:srgbClr val="B040FF"/>
            </a:solidFill>
            <a:prstDash val="solid"/>
          </a:ln>
          <a:effectLst>
            <a:outerShdw sx="100000" sy="100000" kx="0" ky="0" algn="bl" rotWithShape="0" blurRad="279400" dist="50800" dir="16200000">
              <a:srgbClr val="B040FF">
                <a:alpha val="15000"/>
              </a:srgbClr>
            </a:outerShdw>
          </a:effectLst>
        </p:spPr>
      </p:sp>
      <p:sp>
        <p:nvSpPr>
          <p:cNvPr id="36" name="Shape 34"/>
          <p:cNvSpPr/>
          <p:nvPr/>
        </p:nvSpPr>
        <p:spPr>
          <a:xfrm>
            <a:off x="256032" y="3108960"/>
            <a:ext cx="493776" cy="493776"/>
          </a:xfrm>
          <a:prstGeom prst="roundRect">
            <a:avLst>
              <a:gd name="adj" fmla="val 11111"/>
            </a:avLst>
          </a:prstGeom>
          <a:solidFill>
            <a:srgbClr val="B040FF">
              <a:alpha val="20000"/>
            </a:srgbClr>
          </a:solidFill>
          <a:ln w="12700">
            <a:solidFill>
              <a:srgbClr val="000000"/>
            </a:solidFill>
            <a:prstDash val="solid"/>
          </a:ln>
        </p:spPr>
      </p:sp>
      <p:sp>
        <p:nvSpPr>
          <p:cNvPr id="37" name="Shape 35"/>
          <p:cNvSpPr/>
          <p:nvPr/>
        </p:nvSpPr>
        <p:spPr>
          <a:xfrm>
            <a:off x="475488" y="3108960"/>
            <a:ext cx="274320" cy="493776"/>
          </a:xfrm>
          <a:prstGeom prst="rect">
            <a:avLst/>
          </a:prstGeom>
          <a:solidFill>
            <a:srgbClr val="B040FF">
              <a:alpha val="20000"/>
            </a:srgbClr>
          </a:solidFill>
          <a:ln w="12700">
            <a:solidFill>
              <a:srgbClr val="000000"/>
            </a:solidFill>
            <a:prstDash val="solid"/>
          </a:ln>
        </p:spPr>
      </p:sp>
      <p:sp>
        <p:nvSpPr>
          <p:cNvPr id="38" name="Text 36"/>
          <p:cNvSpPr/>
          <p:nvPr/>
        </p:nvSpPr>
        <p:spPr>
          <a:xfrm>
            <a:off x="256032" y="3108960"/>
            <a:ext cx="493776" cy="493776"/>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9" name="Text 37"/>
          <p:cNvSpPr/>
          <p:nvPr/>
        </p:nvSpPr>
        <p:spPr>
          <a:xfrm>
            <a:off x="822960" y="3163824"/>
            <a:ext cx="2194560" cy="219456"/>
          </a:xfrm>
          <a:prstGeom prst="rect">
            <a:avLst/>
          </a:prstGeom>
          <a:noFill/>
          <a:ln/>
        </p:spPr>
        <p:txBody>
          <a:bodyPr wrap="square" lIns="0" tIns="0" rIns="0" bIns="0" rtlCol="0" anchor="ctr"/>
          <a:lstStyle/>
          <a:p>
            <a:pPr indent="0" marL="0">
              <a:buNone/>
            </a:pPr>
            <a:r>
              <a:rPr lang="en-US" sz="1050" b="1" dirty="0">
                <a:solidFill>
                  <a:srgbClr val="B040FF"/>
                </a:solidFill>
                <a:latin typeface="Calibri" pitchFamily="34" charset="0"/>
                <a:ea typeface="Calibri" pitchFamily="34" charset="-122"/>
                <a:cs typeface="Calibri" pitchFamily="34" charset="-120"/>
              </a:rPr>
              <a:t>Analytics Reports</a:t>
            </a:r>
            <a:endParaRPr lang="en-US" sz="1050" dirty="0"/>
          </a:p>
        </p:txBody>
      </p:sp>
      <p:sp>
        <p:nvSpPr>
          <p:cNvPr id="40" name="Text 38"/>
          <p:cNvSpPr/>
          <p:nvPr/>
        </p:nvSpPr>
        <p:spPr>
          <a:xfrm>
            <a:off x="822960" y="3383280"/>
            <a:ext cx="2194560" cy="164592"/>
          </a:xfrm>
          <a:prstGeom prst="rect">
            <a:avLst/>
          </a:prstGeom>
          <a:noFill/>
          <a:ln/>
        </p:spPr>
        <p:txBody>
          <a:bodyPr wrap="square" lIns="0" tIns="0" rIns="0" bIns="0" rtlCol="0" anchor="ctr"/>
          <a:lstStyle/>
          <a:p>
            <a:pPr indent="0" marL="0">
              <a:buNone/>
            </a:pPr>
            <a:r>
              <a:rPr lang="en-US" sz="850" dirty="0">
                <a:solidFill>
                  <a:srgbClr val="3D6080"/>
                </a:solidFill>
                <a:latin typeface="Calibri" pitchFamily="34" charset="0"/>
                <a:ea typeface="Calibri" pitchFamily="34" charset="-122"/>
                <a:cs typeface="Calibri" pitchFamily="34" charset="-120"/>
              </a:rPr>
              <a:t>Ward intelligence</a:t>
            </a:r>
            <a:endParaRPr lang="en-US" sz="850" dirty="0"/>
          </a:p>
        </p:txBody>
      </p:sp>
      <p:sp>
        <p:nvSpPr>
          <p:cNvPr id="41" name="Text 39"/>
          <p:cNvSpPr/>
          <p:nvPr/>
        </p:nvSpPr>
        <p:spPr>
          <a:xfrm>
            <a:off x="3063240" y="3108960"/>
            <a:ext cx="1298448" cy="493776"/>
          </a:xfrm>
          <a:prstGeom prst="rect">
            <a:avLst/>
          </a:prstGeom>
          <a:noFill/>
          <a:ln/>
        </p:spPr>
        <p:txBody>
          <a:bodyPr wrap="square" rtlCol="0" anchor="ctr"/>
          <a:lstStyle/>
          <a:p>
            <a:pPr algn="ctr" indent="0" marL="0">
              <a:buNone/>
            </a:pPr>
            <a:r>
              <a:rPr lang="en-US" sz="1150" b="1" dirty="0">
                <a:solidFill>
                  <a:srgbClr val="B040FF"/>
                </a:solidFill>
                <a:latin typeface="Consolas" pitchFamily="34" charset="0"/>
                <a:ea typeface="Consolas" pitchFamily="34" charset="-122"/>
                <a:cs typeface="Consolas" pitchFamily="34" charset="-120"/>
              </a:rPr>
              <a:t>₹2L/year</a:t>
            </a:r>
            <a:endParaRPr lang="en-US" sz="1150" dirty="0"/>
          </a:p>
        </p:txBody>
      </p:sp>
      <p:sp>
        <p:nvSpPr>
          <p:cNvPr id="42" name="Shape 40"/>
          <p:cNvSpPr/>
          <p:nvPr/>
        </p:nvSpPr>
        <p:spPr>
          <a:xfrm>
            <a:off x="256032" y="3675888"/>
            <a:ext cx="4160520" cy="493776"/>
          </a:xfrm>
          <a:prstGeom prst="roundRect">
            <a:avLst>
              <a:gd name="adj" fmla="val 11111"/>
            </a:avLst>
          </a:prstGeom>
          <a:solidFill>
            <a:srgbClr val="112030"/>
          </a:solidFill>
          <a:ln w="12700">
            <a:solidFill>
              <a:srgbClr val="FF2060"/>
            </a:solidFill>
            <a:prstDash val="solid"/>
          </a:ln>
          <a:effectLst>
            <a:outerShdw sx="100000" sy="100000" kx="0" ky="0" algn="bl" rotWithShape="0" blurRad="279400" dist="50800" dir="16200000">
              <a:srgbClr val="FF2060">
                <a:alpha val="15000"/>
              </a:srgbClr>
            </a:outerShdw>
          </a:effectLst>
        </p:spPr>
      </p:sp>
      <p:sp>
        <p:nvSpPr>
          <p:cNvPr id="43" name="Shape 41"/>
          <p:cNvSpPr/>
          <p:nvPr/>
        </p:nvSpPr>
        <p:spPr>
          <a:xfrm>
            <a:off x="256032" y="3675888"/>
            <a:ext cx="493776" cy="493776"/>
          </a:xfrm>
          <a:prstGeom prst="roundRect">
            <a:avLst>
              <a:gd name="adj" fmla="val 11111"/>
            </a:avLst>
          </a:prstGeom>
          <a:solidFill>
            <a:srgbClr val="FF2060">
              <a:alpha val="20000"/>
            </a:srgbClr>
          </a:solidFill>
          <a:ln w="12700">
            <a:solidFill>
              <a:srgbClr val="000000"/>
            </a:solidFill>
            <a:prstDash val="solid"/>
          </a:ln>
        </p:spPr>
      </p:sp>
      <p:sp>
        <p:nvSpPr>
          <p:cNvPr id="44" name="Shape 42"/>
          <p:cNvSpPr/>
          <p:nvPr/>
        </p:nvSpPr>
        <p:spPr>
          <a:xfrm>
            <a:off x="475488" y="3675888"/>
            <a:ext cx="274320" cy="493776"/>
          </a:xfrm>
          <a:prstGeom prst="rect">
            <a:avLst/>
          </a:prstGeom>
          <a:solidFill>
            <a:srgbClr val="FF2060">
              <a:alpha val="20000"/>
            </a:srgbClr>
          </a:solidFill>
          <a:ln w="12700">
            <a:solidFill>
              <a:srgbClr val="000000"/>
            </a:solidFill>
            <a:prstDash val="solid"/>
          </a:ln>
        </p:spPr>
      </p:sp>
      <p:sp>
        <p:nvSpPr>
          <p:cNvPr id="45" name="Text 43"/>
          <p:cNvSpPr/>
          <p:nvPr/>
        </p:nvSpPr>
        <p:spPr>
          <a:xfrm>
            <a:off x="256032" y="3675888"/>
            <a:ext cx="493776" cy="493776"/>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6" name="Text 44"/>
          <p:cNvSpPr/>
          <p:nvPr/>
        </p:nvSpPr>
        <p:spPr>
          <a:xfrm>
            <a:off x="822960" y="3730752"/>
            <a:ext cx="2194560" cy="219456"/>
          </a:xfrm>
          <a:prstGeom prst="rect">
            <a:avLst/>
          </a:prstGeom>
          <a:noFill/>
          <a:ln/>
        </p:spPr>
        <p:txBody>
          <a:bodyPr wrap="square" lIns="0" tIns="0" rIns="0" bIns="0" rtlCol="0" anchor="ctr"/>
          <a:lstStyle/>
          <a:p>
            <a:pPr indent="0" marL="0">
              <a:buNone/>
            </a:pPr>
            <a:r>
              <a:rPr lang="en-US" sz="1050" b="1" dirty="0">
                <a:solidFill>
                  <a:srgbClr val="FF2060"/>
                </a:solidFill>
                <a:latin typeface="Calibri" pitchFamily="34" charset="0"/>
                <a:ea typeface="Calibri" pitchFamily="34" charset="-122"/>
                <a:cs typeface="Calibri" pitchFamily="34" charset="-120"/>
              </a:rPr>
              <a:t>Blockchain Audit</a:t>
            </a:r>
            <a:endParaRPr lang="en-US" sz="1050" dirty="0"/>
          </a:p>
        </p:txBody>
      </p:sp>
      <p:sp>
        <p:nvSpPr>
          <p:cNvPr id="47" name="Text 45"/>
          <p:cNvSpPr/>
          <p:nvPr/>
        </p:nvSpPr>
        <p:spPr>
          <a:xfrm>
            <a:off x="822960" y="3950208"/>
            <a:ext cx="2194560" cy="164592"/>
          </a:xfrm>
          <a:prstGeom prst="rect">
            <a:avLst/>
          </a:prstGeom>
          <a:noFill/>
          <a:ln/>
        </p:spPr>
        <p:txBody>
          <a:bodyPr wrap="square" lIns="0" tIns="0" rIns="0" bIns="0" rtlCol="0" anchor="ctr"/>
          <a:lstStyle/>
          <a:p>
            <a:pPr indent="0" marL="0">
              <a:buNone/>
            </a:pPr>
            <a:r>
              <a:rPr lang="en-US" sz="850" dirty="0">
                <a:solidFill>
                  <a:srgbClr val="3D6080"/>
                </a:solidFill>
                <a:latin typeface="Calibri" pitchFamily="34" charset="0"/>
                <a:ea typeface="Calibri" pitchFamily="34" charset="-122"/>
                <a:cs typeface="Calibri" pitchFamily="34" charset="-120"/>
              </a:rPr>
              <a:t>RTI-grade certificates</a:t>
            </a:r>
            <a:endParaRPr lang="en-US" sz="850" dirty="0"/>
          </a:p>
        </p:txBody>
      </p:sp>
      <p:sp>
        <p:nvSpPr>
          <p:cNvPr id="48" name="Text 46"/>
          <p:cNvSpPr/>
          <p:nvPr/>
        </p:nvSpPr>
        <p:spPr>
          <a:xfrm>
            <a:off x="3063240" y="3675888"/>
            <a:ext cx="1298448" cy="493776"/>
          </a:xfrm>
          <a:prstGeom prst="rect">
            <a:avLst/>
          </a:prstGeom>
          <a:noFill/>
          <a:ln/>
        </p:spPr>
        <p:txBody>
          <a:bodyPr wrap="square" rtlCol="0" anchor="ctr"/>
          <a:lstStyle/>
          <a:p>
            <a:pPr algn="ctr" indent="0" marL="0">
              <a:buNone/>
            </a:pPr>
            <a:r>
              <a:rPr lang="en-US" sz="1150" b="1" dirty="0">
                <a:solidFill>
                  <a:srgbClr val="FF2060"/>
                </a:solidFill>
                <a:latin typeface="Consolas" pitchFamily="34" charset="0"/>
                <a:ea typeface="Consolas" pitchFamily="34" charset="-122"/>
                <a:cs typeface="Consolas" pitchFamily="34" charset="-120"/>
              </a:rPr>
              <a:t>₹5K/report</a:t>
            </a:r>
            <a:endParaRPr lang="en-US" sz="1150" dirty="0"/>
          </a:p>
        </p:txBody>
      </p:sp>
      <p:sp>
        <p:nvSpPr>
          <p:cNvPr id="49" name="Shape 47"/>
          <p:cNvSpPr/>
          <p:nvPr/>
        </p:nvSpPr>
        <p:spPr>
          <a:xfrm>
            <a:off x="256032" y="4242816"/>
            <a:ext cx="4160520" cy="493776"/>
          </a:xfrm>
          <a:prstGeom prst="roundRect">
            <a:avLst>
              <a:gd name="adj" fmla="val 11111"/>
            </a:avLst>
          </a:prstGeom>
          <a:solidFill>
            <a:srgbClr val="112030"/>
          </a:solidFill>
          <a:ln w="12700">
            <a:solidFill>
              <a:srgbClr val="00FF88"/>
            </a:solidFill>
            <a:prstDash val="solid"/>
          </a:ln>
          <a:effectLst>
            <a:outerShdw sx="100000" sy="100000" kx="0" ky="0" algn="bl" rotWithShape="0" blurRad="279400" dist="50800" dir="16200000">
              <a:srgbClr val="00FF88">
                <a:alpha val="15000"/>
              </a:srgbClr>
            </a:outerShdw>
          </a:effectLst>
        </p:spPr>
      </p:sp>
      <p:sp>
        <p:nvSpPr>
          <p:cNvPr id="50" name="Shape 48"/>
          <p:cNvSpPr/>
          <p:nvPr/>
        </p:nvSpPr>
        <p:spPr>
          <a:xfrm>
            <a:off x="256032" y="4242816"/>
            <a:ext cx="493776" cy="493776"/>
          </a:xfrm>
          <a:prstGeom prst="roundRect">
            <a:avLst>
              <a:gd name="adj" fmla="val 11111"/>
            </a:avLst>
          </a:prstGeom>
          <a:solidFill>
            <a:srgbClr val="00FF88">
              <a:alpha val="20000"/>
            </a:srgbClr>
          </a:solidFill>
          <a:ln w="12700">
            <a:solidFill>
              <a:srgbClr val="000000"/>
            </a:solidFill>
            <a:prstDash val="solid"/>
          </a:ln>
        </p:spPr>
      </p:sp>
      <p:sp>
        <p:nvSpPr>
          <p:cNvPr id="51" name="Shape 49"/>
          <p:cNvSpPr/>
          <p:nvPr/>
        </p:nvSpPr>
        <p:spPr>
          <a:xfrm>
            <a:off x="475488" y="4242816"/>
            <a:ext cx="274320" cy="493776"/>
          </a:xfrm>
          <a:prstGeom prst="rect">
            <a:avLst/>
          </a:prstGeom>
          <a:solidFill>
            <a:srgbClr val="00FF88">
              <a:alpha val="20000"/>
            </a:srgbClr>
          </a:solidFill>
          <a:ln w="12700">
            <a:solidFill>
              <a:srgbClr val="000000"/>
            </a:solidFill>
            <a:prstDash val="solid"/>
          </a:ln>
        </p:spPr>
      </p:sp>
      <p:sp>
        <p:nvSpPr>
          <p:cNvPr id="52" name="Text 50"/>
          <p:cNvSpPr/>
          <p:nvPr/>
        </p:nvSpPr>
        <p:spPr>
          <a:xfrm>
            <a:off x="256032" y="4242816"/>
            <a:ext cx="493776" cy="493776"/>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3" name="Text 51"/>
          <p:cNvSpPr/>
          <p:nvPr/>
        </p:nvSpPr>
        <p:spPr>
          <a:xfrm>
            <a:off x="822960" y="4297680"/>
            <a:ext cx="2194560" cy="219456"/>
          </a:xfrm>
          <a:prstGeom prst="rect">
            <a:avLst/>
          </a:prstGeom>
          <a:noFill/>
          <a:ln/>
        </p:spPr>
        <p:txBody>
          <a:bodyPr wrap="square" lIns="0" tIns="0" rIns="0" bIns="0" rtlCol="0" anchor="ctr"/>
          <a:lstStyle/>
          <a:p>
            <a:pPr indent="0" marL="0">
              <a:buNone/>
            </a:pPr>
            <a:r>
              <a:rPr lang="en-US" sz="1050" b="1" dirty="0">
                <a:solidFill>
                  <a:srgbClr val="00FF88"/>
                </a:solidFill>
                <a:latin typeface="Calibri" pitchFamily="34" charset="0"/>
                <a:ea typeface="Calibri" pitchFamily="34" charset="-122"/>
                <a:cs typeface="Calibri" pitchFamily="34" charset="-120"/>
              </a:rPr>
              <a:t>WhatsApp Platform</a:t>
            </a:r>
            <a:endParaRPr lang="en-US" sz="1050" dirty="0"/>
          </a:p>
        </p:txBody>
      </p:sp>
      <p:sp>
        <p:nvSpPr>
          <p:cNvPr id="54" name="Text 52"/>
          <p:cNvSpPr/>
          <p:nvPr/>
        </p:nvSpPr>
        <p:spPr>
          <a:xfrm>
            <a:off x="822960" y="4517136"/>
            <a:ext cx="2194560" cy="164592"/>
          </a:xfrm>
          <a:prstGeom prst="rect">
            <a:avLst/>
          </a:prstGeom>
          <a:noFill/>
          <a:ln/>
        </p:spPr>
        <p:txBody>
          <a:bodyPr wrap="square" lIns="0" tIns="0" rIns="0" bIns="0" rtlCol="0" anchor="ctr"/>
          <a:lstStyle/>
          <a:p>
            <a:pPr indent="0" marL="0">
              <a:buNone/>
            </a:pPr>
            <a:r>
              <a:rPr lang="en-US" sz="850" dirty="0">
                <a:solidFill>
                  <a:srgbClr val="3D6080"/>
                </a:solidFill>
                <a:latin typeface="Calibri" pitchFamily="34" charset="0"/>
                <a:ea typeface="Calibri" pitchFamily="34" charset="-122"/>
                <a:cs typeface="Calibri" pitchFamily="34" charset="-120"/>
              </a:rPr>
              <a:t>White-label alerts</a:t>
            </a:r>
            <a:endParaRPr lang="en-US" sz="850" dirty="0"/>
          </a:p>
        </p:txBody>
      </p:sp>
      <p:sp>
        <p:nvSpPr>
          <p:cNvPr id="55" name="Text 53"/>
          <p:cNvSpPr/>
          <p:nvPr/>
        </p:nvSpPr>
        <p:spPr>
          <a:xfrm>
            <a:off x="3063240" y="4242816"/>
            <a:ext cx="1298448" cy="493776"/>
          </a:xfrm>
          <a:prstGeom prst="rect">
            <a:avLst/>
          </a:prstGeom>
          <a:noFill/>
          <a:ln/>
        </p:spPr>
        <p:txBody>
          <a:bodyPr wrap="square" rtlCol="0" anchor="ctr"/>
          <a:lstStyle/>
          <a:p>
            <a:pPr algn="ctr" indent="0" marL="0">
              <a:buNone/>
            </a:pPr>
            <a:r>
              <a:rPr lang="en-US" sz="1150" b="1" dirty="0">
                <a:solidFill>
                  <a:srgbClr val="00FF88"/>
                </a:solidFill>
                <a:latin typeface="Consolas" pitchFamily="34" charset="0"/>
                <a:ea typeface="Consolas" pitchFamily="34" charset="-122"/>
                <a:cs typeface="Consolas" pitchFamily="34" charset="-120"/>
              </a:rPr>
              <a:t>Rev share</a:t>
            </a:r>
            <a:endParaRPr lang="en-US" sz="1150" dirty="0"/>
          </a:p>
        </p:txBody>
      </p:sp>
      <p:sp>
        <p:nvSpPr>
          <p:cNvPr id="56" name="Text 54"/>
          <p:cNvSpPr/>
          <p:nvPr/>
        </p:nvSpPr>
        <p:spPr>
          <a:xfrm>
            <a:off x="4681728" y="2267712"/>
            <a:ext cx="4206240" cy="219456"/>
          </a:xfrm>
          <a:prstGeom prst="rect">
            <a:avLst/>
          </a:prstGeom>
          <a:noFill/>
          <a:ln/>
        </p:spPr>
        <p:txBody>
          <a:bodyPr wrap="square" rtlCol="0" anchor="ctr"/>
          <a:lstStyle/>
          <a:p>
            <a:pPr indent="0" marL="0">
              <a:buNone/>
            </a:pPr>
            <a:r>
              <a:rPr lang="en-US" sz="850" b="1" spc="300" kern="0" dirty="0">
                <a:solidFill>
                  <a:srgbClr val="3D6080"/>
                </a:solidFill>
                <a:latin typeface="Consolas" pitchFamily="34" charset="0"/>
                <a:ea typeface="Consolas" pitchFamily="34" charset="-122"/>
                <a:cs typeface="Consolas" pitchFamily="34" charset="-120"/>
              </a:rPr>
              <a:t>GROWTH ROADMAP</a:t>
            </a:r>
            <a:endParaRPr lang="en-US" sz="850" dirty="0"/>
          </a:p>
        </p:txBody>
      </p:sp>
      <p:sp>
        <p:nvSpPr>
          <p:cNvPr id="57" name="Shape 55"/>
          <p:cNvSpPr/>
          <p:nvPr/>
        </p:nvSpPr>
        <p:spPr>
          <a:xfrm>
            <a:off x="4681728" y="2542032"/>
            <a:ext cx="4206240" cy="493776"/>
          </a:xfrm>
          <a:prstGeom prst="roundRect">
            <a:avLst>
              <a:gd name="adj" fmla="val 11111"/>
            </a:avLst>
          </a:prstGeom>
          <a:solidFill>
            <a:srgbClr val="112030"/>
          </a:solidFill>
          <a:ln w="12700">
            <a:solidFill>
              <a:srgbClr val="3D8EFF"/>
            </a:solidFill>
            <a:prstDash val="solid"/>
          </a:ln>
          <a:effectLst>
            <a:outerShdw sx="100000" sy="100000" kx="0" ky="0" algn="bl" rotWithShape="0" blurRad="279400" dist="50800" dir="16200000">
              <a:srgbClr val="3D8EFF">
                <a:alpha val="15000"/>
              </a:srgbClr>
            </a:outerShdw>
          </a:effectLst>
        </p:spPr>
      </p:sp>
      <p:sp>
        <p:nvSpPr>
          <p:cNvPr id="58" name="Shape 56"/>
          <p:cNvSpPr/>
          <p:nvPr/>
        </p:nvSpPr>
        <p:spPr>
          <a:xfrm>
            <a:off x="4681728" y="2542032"/>
            <a:ext cx="804672" cy="493776"/>
          </a:xfrm>
          <a:prstGeom prst="roundRect">
            <a:avLst>
              <a:gd name="adj" fmla="val 11111"/>
            </a:avLst>
          </a:prstGeom>
          <a:solidFill>
            <a:srgbClr val="3D8EFF">
              <a:alpha val="20000"/>
            </a:srgbClr>
          </a:solidFill>
          <a:ln w="12700">
            <a:solidFill>
              <a:srgbClr val="000000"/>
            </a:solidFill>
            <a:prstDash val="solid"/>
          </a:ln>
        </p:spPr>
      </p:sp>
      <p:sp>
        <p:nvSpPr>
          <p:cNvPr id="59" name="Shape 57"/>
          <p:cNvSpPr/>
          <p:nvPr/>
        </p:nvSpPr>
        <p:spPr>
          <a:xfrm>
            <a:off x="5212080" y="2542032"/>
            <a:ext cx="274320" cy="493776"/>
          </a:xfrm>
          <a:prstGeom prst="rect">
            <a:avLst/>
          </a:prstGeom>
          <a:solidFill>
            <a:srgbClr val="3D8EFF">
              <a:alpha val="20000"/>
            </a:srgbClr>
          </a:solidFill>
          <a:ln w="12700">
            <a:solidFill>
              <a:srgbClr val="000000"/>
            </a:solidFill>
            <a:prstDash val="solid"/>
          </a:ln>
        </p:spPr>
      </p:sp>
      <p:sp>
        <p:nvSpPr>
          <p:cNvPr id="60" name="Text 58"/>
          <p:cNvSpPr/>
          <p:nvPr/>
        </p:nvSpPr>
        <p:spPr>
          <a:xfrm>
            <a:off x="4681728" y="2542032"/>
            <a:ext cx="804672" cy="493776"/>
          </a:xfrm>
          <a:prstGeom prst="rect">
            <a:avLst/>
          </a:prstGeom>
          <a:noFill/>
          <a:ln/>
        </p:spPr>
        <p:txBody>
          <a:bodyPr wrap="square" lIns="0" tIns="0" rIns="0" bIns="0" rtlCol="0" anchor="ctr"/>
          <a:lstStyle/>
          <a:p>
            <a:pPr algn="ctr" indent="0" marL="0">
              <a:buNone/>
            </a:pPr>
            <a:r>
              <a:rPr lang="en-US" sz="750" b="1" dirty="0">
                <a:solidFill>
                  <a:srgbClr val="3D8EFF"/>
                </a:solidFill>
                <a:latin typeface="Consolas" pitchFamily="34" charset="0"/>
                <a:ea typeface="Consolas" pitchFamily="34" charset="-122"/>
                <a:cs typeface="Consolas" pitchFamily="34" charset="-120"/>
              </a:rPr>
              <a:t>0–3 months</a:t>
            </a:r>
            <a:endParaRPr lang="en-US" sz="750" dirty="0"/>
          </a:p>
        </p:txBody>
      </p:sp>
      <p:sp>
        <p:nvSpPr>
          <p:cNvPr id="61" name="Text 59"/>
          <p:cNvSpPr/>
          <p:nvPr/>
        </p:nvSpPr>
        <p:spPr>
          <a:xfrm>
            <a:off x="5541264" y="2596896"/>
            <a:ext cx="2176272" cy="384048"/>
          </a:xfrm>
          <a:prstGeom prst="rect">
            <a:avLst/>
          </a:prstGeom>
          <a:noFill/>
          <a:ln/>
        </p:spPr>
        <p:txBody>
          <a:bodyPr wrap="square" lIns="0" tIns="0" rIns="0" bIns="0" rtlCol="0" anchor="ctr"/>
          <a:lstStyle/>
          <a:p>
            <a:pPr indent="0" marL="0">
              <a:buNone/>
            </a:pPr>
            <a:r>
              <a:rPr lang="en-US" sz="900" dirty="0">
                <a:solidFill>
                  <a:srgbClr val="3D6080"/>
                </a:solidFill>
                <a:latin typeface="Calibri" pitchFamily="34" charset="0"/>
                <a:ea typeface="Calibri" pitchFamily="34" charset="-122"/>
                <a:cs typeface="Calibri" pitchFamily="34" charset="-120"/>
              </a:rPr>
              <a:t>SMS OTP · FastAPI · 2 pilot cities</a:t>
            </a:r>
            <a:endParaRPr lang="en-US" sz="900" dirty="0"/>
          </a:p>
        </p:txBody>
      </p:sp>
      <p:sp>
        <p:nvSpPr>
          <p:cNvPr id="62" name="Text 60"/>
          <p:cNvSpPr/>
          <p:nvPr/>
        </p:nvSpPr>
        <p:spPr>
          <a:xfrm>
            <a:off x="7735824" y="2542032"/>
            <a:ext cx="1097280" cy="493776"/>
          </a:xfrm>
          <a:prstGeom prst="rect">
            <a:avLst/>
          </a:prstGeom>
          <a:noFill/>
          <a:ln/>
        </p:spPr>
        <p:txBody>
          <a:bodyPr wrap="square" rtlCol="0" anchor="ctr"/>
          <a:lstStyle/>
          <a:p>
            <a:pPr algn="ctr" indent="0" marL="0">
              <a:buNone/>
            </a:pPr>
            <a:r>
              <a:rPr lang="en-US" sz="1100" b="1" dirty="0">
                <a:solidFill>
                  <a:srgbClr val="3D8EFF"/>
                </a:solidFill>
                <a:latin typeface="Consolas" pitchFamily="34" charset="0"/>
                <a:ea typeface="Consolas" pitchFamily="34" charset="-122"/>
                <a:cs typeface="Consolas" pitchFamily="34" charset="-120"/>
              </a:rPr>
              <a:t>₹0 → POC</a:t>
            </a:r>
            <a:endParaRPr lang="en-US" sz="1100" dirty="0"/>
          </a:p>
        </p:txBody>
      </p:sp>
      <p:sp>
        <p:nvSpPr>
          <p:cNvPr id="63" name="Shape 61"/>
          <p:cNvSpPr/>
          <p:nvPr/>
        </p:nvSpPr>
        <p:spPr>
          <a:xfrm>
            <a:off x="4681728" y="3108960"/>
            <a:ext cx="4206240" cy="493776"/>
          </a:xfrm>
          <a:prstGeom prst="roundRect">
            <a:avLst>
              <a:gd name="adj" fmla="val 11111"/>
            </a:avLst>
          </a:prstGeom>
          <a:solidFill>
            <a:srgbClr val="112030"/>
          </a:solidFill>
          <a:ln w="12700">
            <a:solidFill>
              <a:srgbClr val="B040FF"/>
            </a:solidFill>
            <a:prstDash val="solid"/>
          </a:ln>
          <a:effectLst>
            <a:outerShdw sx="100000" sy="100000" kx="0" ky="0" algn="bl" rotWithShape="0" blurRad="279400" dist="50800" dir="16200000">
              <a:srgbClr val="B040FF">
                <a:alpha val="15000"/>
              </a:srgbClr>
            </a:outerShdw>
          </a:effectLst>
        </p:spPr>
      </p:sp>
      <p:sp>
        <p:nvSpPr>
          <p:cNvPr id="64" name="Shape 62"/>
          <p:cNvSpPr/>
          <p:nvPr/>
        </p:nvSpPr>
        <p:spPr>
          <a:xfrm>
            <a:off x="4681728" y="3108960"/>
            <a:ext cx="804672" cy="493776"/>
          </a:xfrm>
          <a:prstGeom prst="roundRect">
            <a:avLst>
              <a:gd name="adj" fmla="val 11111"/>
            </a:avLst>
          </a:prstGeom>
          <a:solidFill>
            <a:srgbClr val="B040FF">
              <a:alpha val="20000"/>
            </a:srgbClr>
          </a:solidFill>
          <a:ln w="12700">
            <a:solidFill>
              <a:srgbClr val="000000"/>
            </a:solidFill>
            <a:prstDash val="solid"/>
          </a:ln>
        </p:spPr>
      </p:sp>
      <p:sp>
        <p:nvSpPr>
          <p:cNvPr id="65" name="Shape 63"/>
          <p:cNvSpPr/>
          <p:nvPr/>
        </p:nvSpPr>
        <p:spPr>
          <a:xfrm>
            <a:off x="5212080" y="3108960"/>
            <a:ext cx="274320" cy="493776"/>
          </a:xfrm>
          <a:prstGeom prst="rect">
            <a:avLst/>
          </a:prstGeom>
          <a:solidFill>
            <a:srgbClr val="B040FF">
              <a:alpha val="20000"/>
            </a:srgbClr>
          </a:solidFill>
          <a:ln w="12700">
            <a:solidFill>
              <a:srgbClr val="000000"/>
            </a:solidFill>
            <a:prstDash val="solid"/>
          </a:ln>
        </p:spPr>
      </p:sp>
      <p:sp>
        <p:nvSpPr>
          <p:cNvPr id="66" name="Text 64"/>
          <p:cNvSpPr/>
          <p:nvPr/>
        </p:nvSpPr>
        <p:spPr>
          <a:xfrm>
            <a:off x="4681728" y="3108960"/>
            <a:ext cx="804672" cy="493776"/>
          </a:xfrm>
          <a:prstGeom prst="rect">
            <a:avLst/>
          </a:prstGeom>
          <a:noFill/>
          <a:ln/>
        </p:spPr>
        <p:txBody>
          <a:bodyPr wrap="square" lIns="0" tIns="0" rIns="0" bIns="0" rtlCol="0" anchor="ctr"/>
          <a:lstStyle/>
          <a:p>
            <a:pPr algn="ctr" indent="0" marL="0">
              <a:buNone/>
            </a:pPr>
            <a:r>
              <a:rPr lang="en-US" sz="750" b="1" dirty="0">
                <a:solidFill>
                  <a:srgbClr val="B040FF"/>
                </a:solidFill>
                <a:latin typeface="Consolas" pitchFamily="34" charset="0"/>
                <a:ea typeface="Consolas" pitchFamily="34" charset="-122"/>
                <a:cs typeface="Consolas" pitchFamily="34" charset="-120"/>
              </a:rPr>
              <a:t>3–6 months</a:t>
            </a:r>
            <a:endParaRPr lang="en-US" sz="750" dirty="0"/>
          </a:p>
        </p:txBody>
      </p:sp>
      <p:sp>
        <p:nvSpPr>
          <p:cNvPr id="67" name="Text 65"/>
          <p:cNvSpPr/>
          <p:nvPr/>
        </p:nvSpPr>
        <p:spPr>
          <a:xfrm>
            <a:off x="5541264" y="3163824"/>
            <a:ext cx="2176272" cy="384048"/>
          </a:xfrm>
          <a:prstGeom prst="rect">
            <a:avLst/>
          </a:prstGeom>
          <a:noFill/>
          <a:ln/>
        </p:spPr>
        <p:txBody>
          <a:bodyPr wrap="square" lIns="0" tIns="0" rIns="0" bIns="0" rtlCol="0" anchor="ctr"/>
          <a:lstStyle/>
          <a:p>
            <a:pPr indent="0" marL="0">
              <a:buNone/>
            </a:pPr>
            <a:r>
              <a:rPr lang="en-US" sz="900" dirty="0">
                <a:solidFill>
                  <a:srgbClr val="3D6080"/>
                </a:solidFill>
                <a:latin typeface="Calibri" pitchFamily="34" charset="0"/>
                <a:ea typeface="Calibri" pitchFamily="34" charset="-122"/>
                <a:cs typeface="Calibri" pitchFamily="34" charset="-120"/>
              </a:rPr>
              <a:t>Claude AI · Google Maps · 10 cities</a:t>
            </a:r>
            <a:endParaRPr lang="en-US" sz="900" dirty="0"/>
          </a:p>
        </p:txBody>
      </p:sp>
      <p:sp>
        <p:nvSpPr>
          <p:cNvPr id="68" name="Text 66"/>
          <p:cNvSpPr/>
          <p:nvPr/>
        </p:nvSpPr>
        <p:spPr>
          <a:xfrm>
            <a:off x="7735824" y="3108960"/>
            <a:ext cx="1097280" cy="493776"/>
          </a:xfrm>
          <a:prstGeom prst="rect">
            <a:avLst/>
          </a:prstGeom>
          <a:noFill/>
          <a:ln/>
        </p:spPr>
        <p:txBody>
          <a:bodyPr wrap="square" rtlCol="0" anchor="ctr"/>
          <a:lstStyle/>
          <a:p>
            <a:pPr algn="ctr" indent="0" marL="0">
              <a:buNone/>
            </a:pPr>
            <a:r>
              <a:rPr lang="en-US" sz="1100" b="1" dirty="0">
                <a:solidFill>
                  <a:srgbClr val="B040FF"/>
                </a:solidFill>
                <a:latin typeface="Consolas" pitchFamily="34" charset="0"/>
                <a:ea typeface="Consolas" pitchFamily="34" charset="-122"/>
                <a:cs typeface="Consolas" pitchFamily="34" charset="-120"/>
              </a:rPr>
              <a:t>₹10L ARR</a:t>
            </a:r>
            <a:endParaRPr lang="en-US" sz="1100" dirty="0"/>
          </a:p>
        </p:txBody>
      </p:sp>
      <p:sp>
        <p:nvSpPr>
          <p:cNvPr id="69" name="Shape 67"/>
          <p:cNvSpPr/>
          <p:nvPr/>
        </p:nvSpPr>
        <p:spPr>
          <a:xfrm>
            <a:off x="4681728" y="3675888"/>
            <a:ext cx="4206240" cy="493776"/>
          </a:xfrm>
          <a:prstGeom prst="roundRect">
            <a:avLst>
              <a:gd name="adj" fmla="val 11111"/>
            </a:avLst>
          </a:prstGeom>
          <a:solidFill>
            <a:srgbClr val="112030"/>
          </a:solidFill>
          <a:ln w="12700">
            <a:solidFill>
              <a:srgbClr val="00F5FF"/>
            </a:solidFill>
            <a:prstDash val="solid"/>
          </a:ln>
          <a:effectLst>
            <a:outerShdw sx="100000" sy="100000" kx="0" ky="0" algn="bl" rotWithShape="0" blurRad="279400" dist="50800" dir="16200000">
              <a:srgbClr val="00F5FF">
                <a:alpha val="15000"/>
              </a:srgbClr>
            </a:outerShdw>
          </a:effectLst>
        </p:spPr>
      </p:sp>
      <p:sp>
        <p:nvSpPr>
          <p:cNvPr id="70" name="Shape 68"/>
          <p:cNvSpPr/>
          <p:nvPr/>
        </p:nvSpPr>
        <p:spPr>
          <a:xfrm>
            <a:off x="4681728" y="3675888"/>
            <a:ext cx="804672" cy="493776"/>
          </a:xfrm>
          <a:prstGeom prst="roundRect">
            <a:avLst>
              <a:gd name="adj" fmla="val 11111"/>
            </a:avLst>
          </a:prstGeom>
          <a:solidFill>
            <a:srgbClr val="00F5FF">
              <a:alpha val="20000"/>
            </a:srgbClr>
          </a:solidFill>
          <a:ln w="12700">
            <a:solidFill>
              <a:srgbClr val="000000"/>
            </a:solidFill>
            <a:prstDash val="solid"/>
          </a:ln>
        </p:spPr>
      </p:sp>
      <p:sp>
        <p:nvSpPr>
          <p:cNvPr id="71" name="Shape 69"/>
          <p:cNvSpPr/>
          <p:nvPr/>
        </p:nvSpPr>
        <p:spPr>
          <a:xfrm>
            <a:off x="5212080" y="3675888"/>
            <a:ext cx="274320" cy="493776"/>
          </a:xfrm>
          <a:prstGeom prst="rect">
            <a:avLst/>
          </a:prstGeom>
          <a:solidFill>
            <a:srgbClr val="00F5FF">
              <a:alpha val="20000"/>
            </a:srgbClr>
          </a:solidFill>
          <a:ln w="12700">
            <a:solidFill>
              <a:srgbClr val="000000"/>
            </a:solidFill>
            <a:prstDash val="solid"/>
          </a:ln>
        </p:spPr>
      </p:sp>
      <p:sp>
        <p:nvSpPr>
          <p:cNvPr id="72" name="Text 70"/>
          <p:cNvSpPr/>
          <p:nvPr/>
        </p:nvSpPr>
        <p:spPr>
          <a:xfrm>
            <a:off x="4681728" y="3675888"/>
            <a:ext cx="804672" cy="493776"/>
          </a:xfrm>
          <a:prstGeom prst="rect">
            <a:avLst/>
          </a:prstGeom>
          <a:noFill/>
          <a:ln/>
        </p:spPr>
        <p:txBody>
          <a:bodyPr wrap="square" lIns="0" tIns="0" rIns="0" bIns="0" rtlCol="0" anchor="ctr"/>
          <a:lstStyle/>
          <a:p>
            <a:pPr algn="ctr" indent="0" marL="0">
              <a:buNone/>
            </a:pPr>
            <a:r>
              <a:rPr lang="en-US" sz="750" b="1" dirty="0">
                <a:solidFill>
                  <a:srgbClr val="00F5FF"/>
                </a:solidFill>
                <a:latin typeface="Consolas" pitchFamily="34" charset="0"/>
                <a:ea typeface="Consolas" pitchFamily="34" charset="-122"/>
                <a:cs typeface="Consolas" pitchFamily="34" charset="-120"/>
              </a:rPr>
              <a:t>6–12 months</a:t>
            </a:r>
            <a:endParaRPr lang="en-US" sz="750" dirty="0"/>
          </a:p>
        </p:txBody>
      </p:sp>
      <p:sp>
        <p:nvSpPr>
          <p:cNvPr id="73" name="Text 71"/>
          <p:cNvSpPr/>
          <p:nvPr/>
        </p:nvSpPr>
        <p:spPr>
          <a:xfrm>
            <a:off x="5541264" y="3730752"/>
            <a:ext cx="2176272" cy="384048"/>
          </a:xfrm>
          <a:prstGeom prst="rect">
            <a:avLst/>
          </a:prstGeom>
          <a:noFill/>
          <a:ln/>
        </p:spPr>
        <p:txBody>
          <a:bodyPr wrap="square" lIns="0" tIns="0" rIns="0" bIns="0" rtlCol="0" anchor="ctr"/>
          <a:lstStyle/>
          <a:p>
            <a:pPr indent="0" marL="0">
              <a:buNone/>
            </a:pPr>
            <a:r>
              <a:rPr lang="en-US" sz="900" dirty="0">
                <a:solidFill>
                  <a:srgbClr val="3D6080"/>
                </a:solidFill>
                <a:latin typeface="Calibri" pitchFamily="34" charset="0"/>
                <a:ea typeface="Calibri" pitchFamily="34" charset="-122"/>
                <a:cs typeface="Calibri" pitchFamily="34" charset="-120"/>
              </a:rPr>
              <a:t>22 languages · Mobile app · 100 cities</a:t>
            </a:r>
            <a:endParaRPr lang="en-US" sz="900" dirty="0"/>
          </a:p>
        </p:txBody>
      </p:sp>
      <p:sp>
        <p:nvSpPr>
          <p:cNvPr id="74" name="Text 72"/>
          <p:cNvSpPr/>
          <p:nvPr/>
        </p:nvSpPr>
        <p:spPr>
          <a:xfrm>
            <a:off x="7735824" y="3675888"/>
            <a:ext cx="1097280" cy="493776"/>
          </a:xfrm>
          <a:prstGeom prst="rect">
            <a:avLst/>
          </a:prstGeom>
          <a:noFill/>
          <a:ln/>
        </p:spPr>
        <p:txBody>
          <a:bodyPr wrap="square" rtlCol="0" anchor="ctr"/>
          <a:lstStyle/>
          <a:p>
            <a:pPr algn="ctr" indent="0" marL="0">
              <a:buNone/>
            </a:pPr>
            <a:r>
              <a:rPr lang="en-US" sz="1100" b="1" dirty="0">
                <a:solidFill>
                  <a:srgbClr val="00F5FF"/>
                </a:solidFill>
                <a:latin typeface="Consolas" pitchFamily="34" charset="0"/>
                <a:ea typeface="Consolas" pitchFamily="34" charset="-122"/>
                <a:cs typeface="Consolas" pitchFamily="34" charset="-120"/>
              </a:rPr>
              <a:t>₹1Cr ARR</a:t>
            </a:r>
            <a:endParaRPr lang="en-US" sz="1100" dirty="0"/>
          </a:p>
        </p:txBody>
      </p:sp>
      <p:sp>
        <p:nvSpPr>
          <p:cNvPr id="75" name="Shape 73"/>
          <p:cNvSpPr/>
          <p:nvPr/>
        </p:nvSpPr>
        <p:spPr>
          <a:xfrm>
            <a:off x="4681728" y="4242816"/>
            <a:ext cx="4206240" cy="493776"/>
          </a:xfrm>
          <a:prstGeom prst="roundRect">
            <a:avLst>
              <a:gd name="adj" fmla="val 11111"/>
            </a:avLst>
          </a:prstGeom>
          <a:solidFill>
            <a:srgbClr val="112030"/>
          </a:solidFill>
          <a:ln w="12700">
            <a:solidFill>
              <a:srgbClr val="00FF88"/>
            </a:solidFill>
            <a:prstDash val="solid"/>
          </a:ln>
          <a:effectLst>
            <a:outerShdw sx="100000" sy="100000" kx="0" ky="0" algn="bl" rotWithShape="0" blurRad="279400" dist="50800" dir="16200000">
              <a:srgbClr val="00FF88">
                <a:alpha val="15000"/>
              </a:srgbClr>
            </a:outerShdw>
          </a:effectLst>
        </p:spPr>
      </p:sp>
      <p:sp>
        <p:nvSpPr>
          <p:cNvPr id="76" name="Shape 74"/>
          <p:cNvSpPr/>
          <p:nvPr/>
        </p:nvSpPr>
        <p:spPr>
          <a:xfrm>
            <a:off x="4681728" y="4242816"/>
            <a:ext cx="804672" cy="493776"/>
          </a:xfrm>
          <a:prstGeom prst="roundRect">
            <a:avLst>
              <a:gd name="adj" fmla="val 11111"/>
            </a:avLst>
          </a:prstGeom>
          <a:solidFill>
            <a:srgbClr val="00FF88">
              <a:alpha val="20000"/>
            </a:srgbClr>
          </a:solidFill>
          <a:ln w="12700">
            <a:solidFill>
              <a:srgbClr val="000000"/>
            </a:solidFill>
            <a:prstDash val="solid"/>
          </a:ln>
        </p:spPr>
      </p:sp>
      <p:sp>
        <p:nvSpPr>
          <p:cNvPr id="77" name="Shape 75"/>
          <p:cNvSpPr/>
          <p:nvPr/>
        </p:nvSpPr>
        <p:spPr>
          <a:xfrm>
            <a:off x="5212080" y="4242816"/>
            <a:ext cx="274320" cy="493776"/>
          </a:xfrm>
          <a:prstGeom prst="rect">
            <a:avLst/>
          </a:prstGeom>
          <a:solidFill>
            <a:srgbClr val="00FF88">
              <a:alpha val="20000"/>
            </a:srgbClr>
          </a:solidFill>
          <a:ln w="12700">
            <a:solidFill>
              <a:srgbClr val="000000"/>
            </a:solidFill>
            <a:prstDash val="solid"/>
          </a:ln>
        </p:spPr>
      </p:sp>
      <p:sp>
        <p:nvSpPr>
          <p:cNvPr id="78" name="Text 76"/>
          <p:cNvSpPr/>
          <p:nvPr/>
        </p:nvSpPr>
        <p:spPr>
          <a:xfrm>
            <a:off x="4681728" y="4242816"/>
            <a:ext cx="804672" cy="493776"/>
          </a:xfrm>
          <a:prstGeom prst="rect">
            <a:avLst/>
          </a:prstGeom>
          <a:noFill/>
          <a:ln/>
        </p:spPr>
        <p:txBody>
          <a:bodyPr wrap="square" lIns="0" tIns="0" rIns="0" bIns="0" rtlCol="0" anchor="ctr"/>
          <a:lstStyle/>
          <a:p>
            <a:pPr algn="ctr" indent="0" marL="0">
              <a:buNone/>
            </a:pPr>
            <a:r>
              <a:rPr lang="en-US" sz="750" b="1" dirty="0">
                <a:solidFill>
                  <a:srgbClr val="00FF88"/>
                </a:solidFill>
                <a:latin typeface="Consolas" pitchFamily="34" charset="0"/>
                <a:ea typeface="Consolas" pitchFamily="34" charset="-122"/>
                <a:cs typeface="Consolas" pitchFamily="34" charset="-120"/>
              </a:rPr>
              <a:t>Year 2+</a:t>
            </a:r>
            <a:endParaRPr lang="en-US" sz="750" dirty="0"/>
          </a:p>
        </p:txBody>
      </p:sp>
      <p:sp>
        <p:nvSpPr>
          <p:cNvPr id="79" name="Text 77"/>
          <p:cNvSpPr/>
          <p:nvPr/>
        </p:nvSpPr>
        <p:spPr>
          <a:xfrm>
            <a:off x="5541264" y="4297680"/>
            <a:ext cx="2176272" cy="384048"/>
          </a:xfrm>
          <a:prstGeom prst="rect">
            <a:avLst/>
          </a:prstGeom>
          <a:noFill/>
          <a:ln/>
        </p:spPr>
        <p:txBody>
          <a:bodyPr wrap="square" lIns="0" tIns="0" rIns="0" bIns="0" rtlCol="0" anchor="ctr"/>
          <a:lstStyle/>
          <a:p>
            <a:pPr indent="0" marL="0">
              <a:buNone/>
            </a:pPr>
            <a:r>
              <a:rPr lang="en-US" sz="900" dirty="0">
                <a:solidFill>
                  <a:srgbClr val="3D6080"/>
                </a:solidFill>
                <a:latin typeface="Calibri" pitchFamily="34" charset="0"/>
                <a:ea typeface="Calibri" pitchFamily="34" charset="-122"/>
                <a:cs typeface="Calibri" pitchFamily="34" charset="-120"/>
              </a:rPr>
              <a:t>All states · Export model · SaaS scale</a:t>
            </a:r>
            <a:endParaRPr lang="en-US" sz="900" dirty="0"/>
          </a:p>
        </p:txBody>
      </p:sp>
      <p:sp>
        <p:nvSpPr>
          <p:cNvPr id="80" name="Text 78"/>
          <p:cNvSpPr/>
          <p:nvPr/>
        </p:nvSpPr>
        <p:spPr>
          <a:xfrm>
            <a:off x="7735824" y="4242816"/>
            <a:ext cx="1097280" cy="493776"/>
          </a:xfrm>
          <a:prstGeom prst="rect">
            <a:avLst/>
          </a:prstGeom>
          <a:noFill/>
          <a:ln/>
        </p:spPr>
        <p:txBody>
          <a:bodyPr wrap="square" rtlCol="0" anchor="ctr"/>
          <a:lstStyle/>
          <a:p>
            <a:pPr algn="ctr" indent="0" marL="0">
              <a:buNone/>
            </a:pPr>
            <a:r>
              <a:rPr lang="en-US" sz="1100" b="1" dirty="0">
                <a:solidFill>
                  <a:srgbClr val="00FF88"/>
                </a:solidFill>
                <a:latin typeface="Consolas" pitchFamily="34" charset="0"/>
                <a:ea typeface="Consolas" pitchFamily="34" charset="-122"/>
                <a:cs typeface="Consolas" pitchFamily="34" charset="-120"/>
              </a:rPr>
              <a:t>₹10Cr+ ARR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20C18"/>
        </a:solidFill>
      </p:bgPr>
    </p:bg>
    <p:spTree>
      <p:nvGrpSpPr>
        <p:cNvPr id="1" name=""/>
        <p:cNvGrpSpPr/>
        <p:nvPr/>
      </p:nvGrpSpPr>
      <p:grpSpPr>
        <a:xfrm>
          <a:off x="0" y="0"/>
          <a:ext cx="0" cy="0"/>
          <a:chOff x="0" y="0"/>
          <a:chExt cx="0" cy="0"/>
        </a:xfrm>
      </p:grpSpPr>
      <p:sp>
        <p:nvSpPr>
          <p:cNvPr id="2" name="Shape 0"/>
          <p:cNvSpPr/>
          <p:nvPr/>
        </p:nvSpPr>
        <p:spPr>
          <a:xfrm>
            <a:off x="-1828800" y="-914400"/>
            <a:ext cx="6400800" cy="5486400"/>
          </a:xfrm>
          <a:prstGeom prst="ellipse">
            <a:avLst/>
          </a:prstGeom>
          <a:solidFill>
            <a:srgbClr val="B040FF">
              <a:alpha val="4000"/>
            </a:srgbClr>
          </a:solidFill>
          <a:ln w="12700">
            <a:solidFill>
              <a:srgbClr val="000000"/>
            </a:solidFill>
            <a:prstDash val="solid"/>
          </a:ln>
        </p:spPr>
      </p:sp>
      <p:sp>
        <p:nvSpPr>
          <p:cNvPr id="3" name="Shape 1"/>
          <p:cNvSpPr/>
          <p:nvPr/>
        </p:nvSpPr>
        <p:spPr>
          <a:xfrm>
            <a:off x="5943600" y="2743200"/>
            <a:ext cx="5486400" cy="4572000"/>
          </a:xfrm>
          <a:prstGeom prst="ellipse">
            <a:avLst/>
          </a:prstGeom>
          <a:solidFill>
            <a:srgbClr val="00F5FF">
              <a:alpha val="4000"/>
            </a:srgbClr>
          </a:solidFill>
          <a:ln w="12700">
            <a:solidFill>
              <a:srgbClr val="000000"/>
            </a:solidFill>
            <a:prstDash val="solid"/>
          </a:ln>
        </p:spPr>
      </p:sp>
      <p:sp>
        <p:nvSpPr>
          <p:cNvPr id="4" name="Shape 2"/>
          <p:cNvSpPr/>
          <p:nvPr/>
        </p:nvSpPr>
        <p:spPr>
          <a:xfrm>
            <a:off x="2743200" y="3657600"/>
            <a:ext cx="4572000" cy="3657600"/>
          </a:xfrm>
          <a:prstGeom prst="ellipse">
            <a:avLst/>
          </a:prstGeom>
          <a:solidFill>
            <a:srgbClr val="3D8EFF">
              <a:alpha val="3000"/>
            </a:srgbClr>
          </a:solidFill>
          <a:ln w="12700">
            <a:solidFill>
              <a:srgbClr val="000000"/>
            </a:solidFill>
            <a:prstDash val="solid"/>
          </a:ln>
        </p:spPr>
      </p:sp>
      <p:sp>
        <p:nvSpPr>
          <p:cNvPr id="5" name="Shape 3"/>
          <p:cNvSpPr/>
          <p:nvPr/>
        </p:nvSpPr>
        <p:spPr>
          <a:xfrm>
            <a:off x="0" y="0"/>
            <a:ext cx="9144000" cy="11887"/>
          </a:xfrm>
          <a:prstGeom prst="rect">
            <a:avLst/>
          </a:prstGeom>
          <a:solidFill>
            <a:srgbClr val="B040FF">
              <a:alpha val="3000"/>
            </a:srgbClr>
          </a:solidFill>
          <a:ln w="12700">
            <a:solidFill>
              <a:srgbClr val="000000"/>
            </a:solidFill>
            <a:prstDash val="solid"/>
          </a:ln>
        </p:spPr>
      </p:sp>
      <p:sp>
        <p:nvSpPr>
          <p:cNvPr id="6" name="Shape 4"/>
          <p:cNvSpPr/>
          <p:nvPr/>
        </p:nvSpPr>
        <p:spPr>
          <a:xfrm>
            <a:off x="0" y="642938"/>
            <a:ext cx="9144000" cy="11887"/>
          </a:xfrm>
          <a:prstGeom prst="rect">
            <a:avLst/>
          </a:prstGeom>
          <a:solidFill>
            <a:srgbClr val="B040FF">
              <a:alpha val="3000"/>
            </a:srgbClr>
          </a:solidFill>
          <a:ln w="12700">
            <a:solidFill>
              <a:srgbClr val="000000"/>
            </a:solidFill>
            <a:prstDash val="solid"/>
          </a:ln>
        </p:spPr>
      </p:sp>
      <p:sp>
        <p:nvSpPr>
          <p:cNvPr id="7" name="Shape 5"/>
          <p:cNvSpPr/>
          <p:nvPr/>
        </p:nvSpPr>
        <p:spPr>
          <a:xfrm>
            <a:off x="0" y="1285875"/>
            <a:ext cx="9144000" cy="11887"/>
          </a:xfrm>
          <a:prstGeom prst="rect">
            <a:avLst/>
          </a:prstGeom>
          <a:solidFill>
            <a:srgbClr val="B040FF">
              <a:alpha val="3000"/>
            </a:srgbClr>
          </a:solidFill>
          <a:ln w="12700">
            <a:solidFill>
              <a:srgbClr val="000000"/>
            </a:solidFill>
            <a:prstDash val="solid"/>
          </a:ln>
        </p:spPr>
      </p:sp>
      <p:sp>
        <p:nvSpPr>
          <p:cNvPr id="8" name="Shape 6"/>
          <p:cNvSpPr/>
          <p:nvPr/>
        </p:nvSpPr>
        <p:spPr>
          <a:xfrm>
            <a:off x="0" y="1928813"/>
            <a:ext cx="9144000" cy="11887"/>
          </a:xfrm>
          <a:prstGeom prst="rect">
            <a:avLst/>
          </a:prstGeom>
          <a:solidFill>
            <a:srgbClr val="B040FF">
              <a:alpha val="3000"/>
            </a:srgbClr>
          </a:solidFill>
          <a:ln w="12700">
            <a:solidFill>
              <a:srgbClr val="000000"/>
            </a:solidFill>
            <a:prstDash val="solid"/>
          </a:ln>
        </p:spPr>
      </p:sp>
      <p:sp>
        <p:nvSpPr>
          <p:cNvPr id="9" name="Shape 7"/>
          <p:cNvSpPr/>
          <p:nvPr/>
        </p:nvSpPr>
        <p:spPr>
          <a:xfrm>
            <a:off x="0" y="2571750"/>
            <a:ext cx="9144000" cy="11887"/>
          </a:xfrm>
          <a:prstGeom prst="rect">
            <a:avLst/>
          </a:prstGeom>
          <a:solidFill>
            <a:srgbClr val="B040FF">
              <a:alpha val="3000"/>
            </a:srgbClr>
          </a:solidFill>
          <a:ln w="12700">
            <a:solidFill>
              <a:srgbClr val="000000"/>
            </a:solidFill>
            <a:prstDash val="solid"/>
          </a:ln>
        </p:spPr>
      </p:sp>
      <p:sp>
        <p:nvSpPr>
          <p:cNvPr id="10" name="Shape 8"/>
          <p:cNvSpPr/>
          <p:nvPr/>
        </p:nvSpPr>
        <p:spPr>
          <a:xfrm>
            <a:off x="0" y="3214688"/>
            <a:ext cx="9144000" cy="11887"/>
          </a:xfrm>
          <a:prstGeom prst="rect">
            <a:avLst/>
          </a:prstGeom>
          <a:solidFill>
            <a:srgbClr val="B040FF">
              <a:alpha val="3000"/>
            </a:srgbClr>
          </a:solidFill>
          <a:ln w="12700">
            <a:solidFill>
              <a:srgbClr val="000000"/>
            </a:solidFill>
            <a:prstDash val="solid"/>
          </a:ln>
        </p:spPr>
      </p:sp>
      <p:sp>
        <p:nvSpPr>
          <p:cNvPr id="11" name="Shape 9"/>
          <p:cNvSpPr/>
          <p:nvPr/>
        </p:nvSpPr>
        <p:spPr>
          <a:xfrm>
            <a:off x="0" y="3857625"/>
            <a:ext cx="9144000" cy="11887"/>
          </a:xfrm>
          <a:prstGeom prst="rect">
            <a:avLst/>
          </a:prstGeom>
          <a:solidFill>
            <a:srgbClr val="B040FF">
              <a:alpha val="3000"/>
            </a:srgbClr>
          </a:solidFill>
          <a:ln w="12700">
            <a:solidFill>
              <a:srgbClr val="000000"/>
            </a:solidFill>
            <a:prstDash val="solid"/>
          </a:ln>
        </p:spPr>
      </p:sp>
      <p:sp>
        <p:nvSpPr>
          <p:cNvPr id="12" name="Shape 10"/>
          <p:cNvSpPr/>
          <p:nvPr/>
        </p:nvSpPr>
        <p:spPr>
          <a:xfrm>
            <a:off x="0" y="4500563"/>
            <a:ext cx="9144000" cy="11887"/>
          </a:xfrm>
          <a:prstGeom prst="rect">
            <a:avLst/>
          </a:prstGeom>
          <a:solidFill>
            <a:srgbClr val="B040FF">
              <a:alpha val="3000"/>
            </a:srgbClr>
          </a:solidFill>
          <a:ln w="12700">
            <a:solidFill>
              <a:srgbClr val="000000"/>
            </a:solidFill>
            <a:prstDash val="solid"/>
          </a:ln>
        </p:spPr>
      </p:sp>
      <p:sp>
        <p:nvSpPr>
          <p:cNvPr id="13" name="Text 11"/>
          <p:cNvSpPr/>
          <p:nvPr/>
        </p:nvSpPr>
        <p:spPr>
          <a:xfrm>
            <a:off x="365760" y="91440"/>
            <a:ext cx="8412480" cy="201168"/>
          </a:xfrm>
          <a:prstGeom prst="rect">
            <a:avLst/>
          </a:prstGeom>
          <a:noFill/>
          <a:ln/>
        </p:spPr>
        <p:txBody>
          <a:bodyPr wrap="square" rtlCol="0" anchor="ctr"/>
          <a:lstStyle/>
          <a:p>
            <a:pPr algn="ctr" indent="0" marL="0">
              <a:buNone/>
            </a:pPr>
            <a:r>
              <a:rPr lang="en-US" sz="750" spc="500" kern="0" dirty="0">
                <a:solidFill>
                  <a:srgbClr val="00F5FF"/>
                </a:solidFill>
                <a:latin typeface="Consolas" pitchFamily="34" charset="0"/>
                <a:ea typeface="Consolas" pitchFamily="34" charset="-122"/>
                <a:cs typeface="Consolas" pitchFamily="34" charset="-120"/>
              </a:rPr>
              <a:t>THE TEAM</a:t>
            </a:r>
            <a:endParaRPr lang="en-US" sz="750" dirty="0"/>
          </a:p>
        </p:txBody>
      </p:sp>
      <p:sp>
        <p:nvSpPr>
          <p:cNvPr id="14" name="Text 12"/>
          <p:cNvSpPr/>
          <p:nvPr/>
        </p:nvSpPr>
        <p:spPr>
          <a:xfrm>
            <a:off x="365760" y="292608"/>
            <a:ext cx="8412480" cy="566928"/>
          </a:xfrm>
          <a:prstGeom prst="rect">
            <a:avLst/>
          </a:prstGeom>
          <a:noFill/>
          <a:ln/>
        </p:spPr>
        <p:txBody>
          <a:bodyPr wrap="square" rtlCol="0" anchor="ctr"/>
          <a:lstStyle/>
          <a:p>
            <a:pPr algn="ctr" indent="0" marL="0">
              <a:buNone/>
            </a:pPr>
            <a:r>
              <a:rPr lang="en-US" sz="3400" b="1" dirty="0">
                <a:solidFill>
                  <a:srgbClr val="EEF6FF"/>
                </a:solidFill>
                <a:latin typeface="Calibri" pitchFamily="34" charset="0"/>
                <a:ea typeface="Calibri" pitchFamily="34" charset="-122"/>
                <a:cs typeface="Calibri" pitchFamily="34" charset="-120"/>
              </a:rPr>
              <a:t>Built in Days. Deployed Globally. 🔥</a:t>
            </a:r>
            <a:endParaRPr lang="en-US" sz="3400" dirty="0"/>
          </a:p>
        </p:txBody>
      </p:sp>
      <p:sp>
        <p:nvSpPr>
          <p:cNvPr id="15" name="Shape 13"/>
          <p:cNvSpPr/>
          <p:nvPr/>
        </p:nvSpPr>
        <p:spPr>
          <a:xfrm>
            <a:off x="228600" y="987552"/>
            <a:ext cx="2121408" cy="4160520"/>
          </a:xfrm>
          <a:prstGeom prst="roundRect">
            <a:avLst>
              <a:gd name="adj" fmla="val 4310"/>
            </a:avLst>
          </a:prstGeom>
          <a:solidFill>
            <a:srgbClr val="112030"/>
          </a:solidFill>
          <a:ln w="16510">
            <a:solidFill>
              <a:srgbClr val="00F5FF"/>
            </a:solidFill>
            <a:prstDash val="solid"/>
          </a:ln>
          <a:effectLst>
            <a:outerShdw sx="100000" sy="100000" kx="0" ky="0" algn="bl" rotWithShape="0" blurRad="279400" dist="50800" dir="16200000">
              <a:srgbClr val="00F5FF">
                <a:alpha val="30000"/>
              </a:srgbClr>
            </a:outerShdw>
          </a:effectLst>
        </p:spPr>
      </p:sp>
      <p:sp>
        <p:nvSpPr>
          <p:cNvPr id="16" name="Shape 14"/>
          <p:cNvSpPr/>
          <p:nvPr/>
        </p:nvSpPr>
        <p:spPr>
          <a:xfrm>
            <a:off x="228600" y="987552"/>
            <a:ext cx="2121408" cy="1325880"/>
          </a:xfrm>
          <a:prstGeom prst="roundRect">
            <a:avLst>
              <a:gd name="adj" fmla="val 6897"/>
            </a:avLst>
          </a:prstGeom>
          <a:solidFill>
            <a:srgbClr val="00F5FF">
              <a:alpha val="14000"/>
            </a:srgbClr>
          </a:solidFill>
          <a:ln w="12700">
            <a:solidFill>
              <a:srgbClr val="000000"/>
            </a:solidFill>
            <a:prstDash val="solid"/>
          </a:ln>
        </p:spPr>
      </p:sp>
      <p:sp>
        <p:nvSpPr>
          <p:cNvPr id="17" name="Shape 15"/>
          <p:cNvSpPr/>
          <p:nvPr/>
        </p:nvSpPr>
        <p:spPr>
          <a:xfrm>
            <a:off x="228600" y="1920240"/>
            <a:ext cx="2121408" cy="393192"/>
          </a:xfrm>
          <a:prstGeom prst="rect">
            <a:avLst/>
          </a:prstGeom>
          <a:solidFill>
            <a:srgbClr val="00F5FF">
              <a:alpha val="14000"/>
            </a:srgbClr>
          </a:solidFill>
          <a:ln w="12700">
            <a:solidFill>
              <a:srgbClr val="000000"/>
            </a:solidFill>
            <a:prstDash val="solid"/>
          </a:ln>
        </p:spPr>
      </p:sp>
      <p:sp>
        <p:nvSpPr>
          <p:cNvPr id="18" name="Shape 16"/>
          <p:cNvSpPr/>
          <p:nvPr/>
        </p:nvSpPr>
        <p:spPr>
          <a:xfrm>
            <a:off x="740664" y="1051560"/>
            <a:ext cx="1097280" cy="1097280"/>
          </a:xfrm>
          <a:prstGeom prst="ellipse">
            <a:avLst/>
          </a:prstGeom>
          <a:solidFill>
            <a:srgbClr val="020C18"/>
          </a:solidFill>
          <a:ln w="22860">
            <a:solidFill>
              <a:srgbClr val="00F5FF"/>
            </a:solidFill>
            <a:prstDash val="solid"/>
          </a:ln>
          <a:effectLst>
            <a:outerShdw sx="100000" sy="100000" kx="0" ky="0" algn="bl" rotWithShape="0" blurRad="279400" dist="50800" dir="16200000">
              <a:srgbClr val="00F5FF">
                <a:alpha val="50000"/>
              </a:srgbClr>
            </a:outerShdw>
          </a:effectLst>
        </p:spPr>
      </p:sp>
      <p:sp>
        <p:nvSpPr>
          <p:cNvPr id="19" name="Text 17"/>
          <p:cNvSpPr/>
          <p:nvPr/>
        </p:nvSpPr>
        <p:spPr>
          <a:xfrm>
            <a:off x="740664" y="1051560"/>
            <a:ext cx="1097280" cy="1097280"/>
          </a:xfrm>
          <a:prstGeom prst="rect">
            <a:avLst/>
          </a:prstGeom>
          <a:noFill/>
          <a:ln/>
        </p:spPr>
        <p:txBody>
          <a:bodyPr wrap="square" lIns="0" tIns="0" rIns="0" bIns="0" rtlCol="0" anchor="ctr"/>
          <a:lstStyle/>
          <a:p>
            <a:pPr algn="ctr" indent="0" marL="0">
              <a:buNone/>
            </a:pPr>
            <a:r>
              <a:rPr lang="en-US" sz="3800" dirty="0">
                <a:solidFill>
                  <a:srgbClr val="000000"/>
                </a:solidFill>
              </a:rPr>
              <a:t>👩‍💻</a:t>
            </a:r>
            <a:endParaRPr lang="en-US" sz="3800" dirty="0"/>
          </a:p>
        </p:txBody>
      </p:sp>
      <p:sp>
        <p:nvSpPr>
          <p:cNvPr id="20" name="Text 18"/>
          <p:cNvSpPr/>
          <p:nvPr/>
        </p:nvSpPr>
        <p:spPr>
          <a:xfrm>
            <a:off x="228600" y="2231136"/>
            <a:ext cx="2121408" cy="274320"/>
          </a:xfrm>
          <a:prstGeom prst="rect">
            <a:avLst/>
          </a:prstGeom>
          <a:noFill/>
          <a:ln/>
        </p:spPr>
        <p:txBody>
          <a:bodyPr wrap="square" lIns="0" tIns="0" rIns="0" bIns="0" rtlCol="0" anchor="ctr"/>
          <a:lstStyle/>
          <a:p>
            <a:pPr algn="ctr" indent="0" marL="0">
              <a:buNone/>
            </a:pPr>
            <a:r>
              <a:rPr lang="en-US" sz="1150" b="1" dirty="0">
                <a:solidFill>
                  <a:srgbClr val="00F5FF"/>
                </a:solidFill>
                <a:latin typeface="Calibri" pitchFamily="34" charset="0"/>
                <a:ea typeface="Calibri" pitchFamily="34" charset="-122"/>
                <a:cs typeface="Calibri" pitchFamily="34" charset="-120"/>
              </a:rPr>
              <a:t>Riya Thakur</a:t>
            </a:r>
            <a:endParaRPr lang="en-US" sz="1150" dirty="0"/>
          </a:p>
        </p:txBody>
      </p:sp>
      <p:sp>
        <p:nvSpPr>
          <p:cNvPr id="21" name="Text 19"/>
          <p:cNvSpPr/>
          <p:nvPr/>
        </p:nvSpPr>
        <p:spPr>
          <a:xfrm>
            <a:off x="228600" y="2505456"/>
            <a:ext cx="2121408" cy="201168"/>
          </a:xfrm>
          <a:prstGeom prst="rect">
            <a:avLst/>
          </a:prstGeom>
          <a:noFill/>
          <a:ln/>
        </p:spPr>
        <p:txBody>
          <a:bodyPr wrap="square" lIns="0" tIns="0" rIns="0" bIns="0" rtlCol="0" anchor="ctr"/>
          <a:lstStyle/>
          <a:p>
            <a:pPr algn="ctr" indent="0" marL="0">
              <a:buNone/>
            </a:pPr>
            <a:r>
              <a:rPr lang="en-US" sz="880" dirty="0">
                <a:solidFill>
                  <a:srgbClr val="3D6080"/>
                </a:solidFill>
                <a:latin typeface="Consolas" pitchFamily="34" charset="0"/>
                <a:ea typeface="Consolas" pitchFamily="34" charset="-122"/>
                <a:cs typeface="Consolas" pitchFamily="34" charset="-120"/>
              </a:rPr>
              <a:t>Full Stack Lead</a:t>
            </a:r>
            <a:endParaRPr lang="en-US" sz="880" dirty="0"/>
          </a:p>
        </p:txBody>
      </p:sp>
      <p:sp>
        <p:nvSpPr>
          <p:cNvPr id="22" name="Shape 20"/>
          <p:cNvSpPr/>
          <p:nvPr/>
        </p:nvSpPr>
        <p:spPr>
          <a:xfrm>
            <a:off x="338328" y="2743200"/>
            <a:ext cx="1901952" cy="22860"/>
          </a:xfrm>
          <a:prstGeom prst="rect">
            <a:avLst/>
          </a:prstGeom>
          <a:solidFill>
            <a:srgbClr val="00F5FF">
              <a:alpha val="30000"/>
            </a:srgbClr>
          </a:solidFill>
          <a:ln w="12700">
            <a:solidFill>
              <a:srgbClr val="000000"/>
            </a:solidFill>
            <a:prstDash val="solid"/>
          </a:ln>
        </p:spPr>
      </p:sp>
      <p:sp>
        <p:nvSpPr>
          <p:cNvPr id="23" name="Shape 21"/>
          <p:cNvSpPr/>
          <p:nvPr/>
        </p:nvSpPr>
        <p:spPr>
          <a:xfrm>
            <a:off x="356616" y="2825496"/>
            <a:ext cx="91440" cy="91440"/>
          </a:xfrm>
          <a:prstGeom prst="ellipse">
            <a:avLst/>
          </a:prstGeom>
          <a:solidFill>
            <a:srgbClr val="00F5FF"/>
          </a:solidFill>
          <a:ln w="12700">
            <a:solidFill>
              <a:srgbClr val="000000"/>
            </a:solidFill>
            <a:prstDash val="solid"/>
          </a:ln>
        </p:spPr>
      </p:sp>
      <p:sp>
        <p:nvSpPr>
          <p:cNvPr id="24" name="Text 22"/>
          <p:cNvSpPr/>
          <p:nvPr/>
        </p:nvSpPr>
        <p:spPr>
          <a:xfrm>
            <a:off x="502920" y="2798064"/>
            <a:ext cx="1773936" cy="274320"/>
          </a:xfrm>
          <a:prstGeom prst="rect">
            <a:avLst/>
          </a:prstGeom>
          <a:noFill/>
          <a:ln/>
        </p:spPr>
        <p:txBody>
          <a:bodyPr wrap="square" lIns="0" tIns="0" rIns="0" bIns="0" rtlCol="0" anchor="ctr"/>
          <a:lstStyle/>
          <a:p>
            <a:pPr indent="0" marL="0">
              <a:buNone/>
            </a:pPr>
            <a:r>
              <a:rPr lang="en-US" sz="820" dirty="0">
                <a:solidFill>
                  <a:srgbClr val="3D6080"/>
                </a:solidFill>
                <a:latin typeface="Calibri" pitchFamily="34" charset="0"/>
                <a:ea typeface="Calibri" pitchFamily="34" charset="-122"/>
                <a:cs typeface="Calibri" pitchFamily="34" charset="-120"/>
              </a:rPr>
              <a:t>Full CivicEye v6 frontend</a:t>
            </a:r>
            <a:endParaRPr lang="en-US" sz="820" dirty="0"/>
          </a:p>
        </p:txBody>
      </p:sp>
      <p:sp>
        <p:nvSpPr>
          <p:cNvPr id="25" name="Shape 23"/>
          <p:cNvSpPr/>
          <p:nvPr/>
        </p:nvSpPr>
        <p:spPr>
          <a:xfrm>
            <a:off x="356616" y="3154680"/>
            <a:ext cx="91440" cy="91440"/>
          </a:xfrm>
          <a:prstGeom prst="ellipse">
            <a:avLst/>
          </a:prstGeom>
          <a:solidFill>
            <a:srgbClr val="00F5FF"/>
          </a:solidFill>
          <a:ln w="12700">
            <a:solidFill>
              <a:srgbClr val="000000"/>
            </a:solidFill>
            <a:prstDash val="solid"/>
          </a:ln>
        </p:spPr>
      </p:sp>
      <p:sp>
        <p:nvSpPr>
          <p:cNvPr id="26" name="Text 24"/>
          <p:cNvSpPr/>
          <p:nvPr/>
        </p:nvSpPr>
        <p:spPr>
          <a:xfrm>
            <a:off x="502920" y="3127248"/>
            <a:ext cx="1773936" cy="274320"/>
          </a:xfrm>
          <a:prstGeom prst="rect">
            <a:avLst/>
          </a:prstGeom>
          <a:noFill/>
          <a:ln/>
        </p:spPr>
        <p:txBody>
          <a:bodyPr wrap="square" lIns="0" tIns="0" rIns="0" bIns="0" rtlCol="0" anchor="ctr"/>
          <a:lstStyle/>
          <a:p>
            <a:pPr indent="0" marL="0">
              <a:buNone/>
            </a:pPr>
            <a:r>
              <a:rPr lang="en-US" sz="820" dirty="0">
                <a:solidFill>
                  <a:srgbClr val="3D6080"/>
                </a:solidFill>
                <a:latin typeface="Calibri" pitchFamily="34" charset="0"/>
                <a:ea typeface="Calibri" pitchFamily="34" charset="-122"/>
                <a:cs typeface="Calibri" pitchFamily="34" charset="-120"/>
              </a:rPr>
              <a:t>AI Classifier (8 cats)</a:t>
            </a:r>
            <a:endParaRPr lang="en-US" sz="820" dirty="0"/>
          </a:p>
        </p:txBody>
      </p:sp>
      <p:sp>
        <p:nvSpPr>
          <p:cNvPr id="27" name="Shape 25"/>
          <p:cNvSpPr/>
          <p:nvPr/>
        </p:nvSpPr>
        <p:spPr>
          <a:xfrm>
            <a:off x="356616" y="3483864"/>
            <a:ext cx="91440" cy="91440"/>
          </a:xfrm>
          <a:prstGeom prst="ellipse">
            <a:avLst/>
          </a:prstGeom>
          <a:solidFill>
            <a:srgbClr val="00F5FF"/>
          </a:solidFill>
          <a:ln w="12700">
            <a:solidFill>
              <a:srgbClr val="000000"/>
            </a:solidFill>
            <a:prstDash val="solid"/>
          </a:ln>
        </p:spPr>
      </p:sp>
      <p:sp>
        <p:nvSpPr>
          <p:cNvPr id="28" name="Text 26"/>
          <p:cNvSpPr/>
          <p:nvPr/>
        </p:nvSpPr>
        <p:spPr>
          <a:xfrm>
            <a:off x="502920" y="3456432"/>
            <a:ext cx="1773936" cy="274320"/>
          </a:xfrm>
          <a:prstGeom prst="rect">
            <a:avLst/>
          </a:prstGeom>
          <a:noFill/>
          <a:ln/>
        </p:spPr>
        <p:txBody>
          <a:bodyPr wrap="square" lIns="0" tIns="0" rIns="0" bIns="0" rtlCol="0" anchor="ctr"/>
          <a:lstStyle/>
          <a:p>
            <a:pPr indent="0" marL="0">
              <a:buNone/>
            </a:pPr>
            <a:r>
              <a:rPr lang="en-US" sz="820" dirty="0">
                <a:solidFill>
                  <a:srgbClr val="3D6080"/>
                </a:solidFill>
                <a:latin typeface="Calibri" pitchFamily="34" charset="0"/>
                <a:ea typeface="Calibri" pitchFamily="34" charset="-122"/>
                <a:cs typeface="Calibri" pitchFamily="34" charset="-120"/>
              </a:rPr>
              <a:t>JS Blockchain + hashing</a:t>
            </a:r>
            <a:endParaRPr lang="en-US" sz="820" dirty="0"/>
          </a:p>
        </p:txBody>
      </p:sp>
      <p:sp>
        <p:nvSpPr>
          <p:cNvPr id="29" name="Shape 27"/>
          <p:cNvSpPr/>
          <p:nvPr/>
        </p:nvSpPr>
        <p:spPr>
          <a:xfrm>
            <a:off x="356616" y="3813048"/>
            <a:ext cx="91440" cy="91440"/>
          </a:xfrm>
          <a:prstGeom prst="ellipse">
            <a:avLst/>
          </a:prstGeom>
          <a:solidFill>
            <a:srgbClr val="00F5FF"/>
          </a:solidFill>
          <a:ln w="12700">
            <a:solidFill>
              <a:srgbClr val="000000"/>
            </a:solidFill>
            <a:prstDash val="solid"/>
          </a:ln>
        </p:spPr>
      </p:sp>
      <p:sp>
        <p:nvSpPr>
          <p:cNvPr id="30" name="Text 28"/>
          <p:cNvSpPr/>
          <p:nvPr/>
        </p:nvSpPr>
        <p:spPr>
          <a:xfrm>
            <a:off x="502920" y="3785616"/>
            <a:ext cx="1773936" cy="274320"/>
          </a:xfrm>
          <a:prstGeom prst="rect">
            <a:avLst/>
          </a:prstGeom>
          <a:noFill/>
          <a:ln/>
        </p:spPr>
        <p:txBody>
          <a:bodyPr wrap="square" lIns="0" tIns="0" rIns="0" bIns="0" rtlCol="0" anchor="ctr"/>
          <a:lstStyle/>
          <a:p>
            <a:pPr indent="0" marL="0">
              <a:buNone/>
            </a:pPr>
            <a:r>
              <a:rPr lang="en-US" sz="820" dirty="0">
                <a:solidFill>
                  <a:srgbClr val="3D6080"/>
                </a:solidFill>
                <a:latin typeface="Calibri" pitchFamily="34" charset="0"/>
                <a:ea typeface="Calibri" pitchFamily="34" charset="-122"/>
                <a:cs typeface="Calibri" pitchFamily="34" charset="-120"/>
              </a:rPr>
              <a:t>Real Auth + OTP engine</a:t>
            </a:r>
            <a:endParaRPr lang="en-US" sz="820" dirty="0"/>
          </a:p>
        </p:txBody>
      </p:sp>
      <p:sp>
        <p:nvSpPr>
          <p:cNvPr id="31" name="Shape 29"/>
          <p:cNvSpPr/>
          <p:nvPr/>
        </p:nvSpPr>
        <p:spPr>
          <a:xfrm>
            <a:off x="356616" y="4142232"/>
            <a:ext cx="91440" cy="91440"/>
          </a:xfrm>
          <a:prstGeom prst="ellipse">
            <a:avLst/>
          </a:prstGeom>
          <a:solidFill>
            <a:srgbClr val="00F5FF"/>
          </a:solidFill>
          <a:ln w="12700">
            <a:solidFill>
              <a:srgbClr val="000000"/>
            </a:solidFill>
            <a:prstDash val="solid"/>
          </a:ln>
        </p:spPr>
      </p:sp>
      <p:sp>
        <p:nvSpPr>
          <p:cNvPr id="32" name="Text 30"/>
          <p:cNvSpPr/>
          <p:nvPr/>
        </p:nvSpPr>
        <p:spPr>
          <a:xfrm>
            <a:off x="502920" y="4114800"/>
            <a:ext cx="1773936" cy="274320"/>
          </a:xfrm>
          <a:prstGeom prst="rect">
            <a:avLst/>
          </a:prstGeom>
          <a:noFill/>
          <a:ln/>
        </p:spPr>
        <p:txBody>
          <a:bodyPr wrap="square" lIns="0" tIns="0" rIns="0" bIns="0" rtlCol="0" anchor="ctr"/>
          <a:lstStyle/>
          <a:p>
            <a:pPr indent="0" marL="0">
              <a:buNone/>
            </a:pPr>
            <a:r>
              <a:rPr lang="en-US" sz="820" dirty="0">
                <a:solidFill>
                  <a:srgbClr val="3D6080"/>
                </a:solidFill>
                <a:latin typeface="Calibri" pitchFamily="34" charset="0"/>
                <a:ea typeface="Calibri" pitchFamily="34" charset="-122"/>
                <a:cs typeface="Calibri" pitchFamily="34" charset="-120"/>
              </a:rPr>
              <a:t>Vercel + Render deploy</a:t>
            </a:r>
            <a:endParaRPr lang="en-US" sz="820" dirty="0"/>
          </a:p>
        </p:txBody>
      </p:sp>
      <p:sp>
        <p:nvSpPr>
          <p:cNvPr id="33" name="Shape 31"/>
          <p:cNvSpPr/>
          <p:nvPr/>
        </p:nvSpPr>
        <p:spPr>
          <a:xfrm>
            <a:off x="274320" y="4553712"/>
            <a:ext cx="2029968" cy="502920"/>
          </a:xfrm>
          <a:prstGeom prst="roundRect">
            <a:avLst>
              <a:gd name="adj" fmla="val 10909"/>
            </a:avLst>
          </a:prstGeom>
          <a:solidFill>
            <a:srgbClr val="00F5FF">
              <a:alpha val="12000"/>
            </a:srgbClr>
          </a:solidFill>
          <a:ln w="11430">
            <a:solidFill>
              <a:srgbClr val="00F5FF"/>
            </a:solidFill>
            <a:prstDash val="solid"/>
          </a:ln>
        </p:spPr>
      </p:sp>
      <p:sp>
        <p:nvSpPr>
          <p:cNvPr id="34" name="Text 32"/>
          <p:cNvSpPr/>
          <p:nvPr/>
        </p:nvSpPr>
        <p:spPr>
          <a:xfrm>
            <a:off x="274320" y="4553712"/>
            <a:ext cx="2029968" cy="502920"/>
          </a:xfrm>
          <a:prstGeom prst="rect">
            <a:avLst/>
          </a:prstGeom>
          <a:noFill/>
          <a:ln/>
        </p:spPr>
        <p:txBody>
          <a:bodyPr wrap="square" rtlCol="0" anchor="ctr"/>
          <a:lstStyle/>
          <a:p>
            <a:pPr algn="ctr" indent="0" marL="0">
              <a:buNone/>
            </a:pPr>
            <a:r>
              <a:rPr lang="en-US" sz="800" b="1" dirty="0">
                <a:solidFill>
                  <a:srgbClr val="00F5FF"/>
                </a:solidFill>
                <a:latin typeface="Consolas" pitchFamily="34" charset="0"/>
                <a:ea typeface="Consolas" pitchFamily="34" charset="-122"/>
                <a:cs typeface="Consolas" pitchFamily="34" charset="-120"/>
              </a:rPr>
              <a:t>React · FastAPI · Git · Deploy</a:t>
            </a:r>
            <a:endParaRPr lang="en-US" sz="800" dirty="0"/>
          </a:p>
        </p:txBody>
      </p:sp>
      <p:sp>
        <p:nvSpPr>
          <p:cNvPr id="35" name="Shape 33"/>
          <p:cNvSpPr/>
          <p:nvPr/>
        </p:nvSpPr>
        <p:spPr>
          <a:xfrm>
            <a:off x="2441448" y="987552"/>
            <a:ext cx="2121408" cy="4160520"/>
          </a:xfrm>
          <a:prstGeom prst="roundRect">
            <a:avLst>
              <a:gd name="adj" fmla="val 4310"/>
            </a:avLst>
          </a:prstGeom>
          <a:solidFill>
            <a:srgbClr val="112030"/>
          </a:solidFill>
          <a:ln w="16510">
            <a:solidFill>
              <a:srgbClr val="B040FF"/>
            </a:solidFill>
            <a:prstDash val="solid"/>
          </a:ln>
          <a:effectLst>
            <a:outerShdw sx="100000" sy="100000" kx="0" ky="0" algn="bl" rotWithShape="0" blurRad="279400" dist="50800" dir="16200000">
              <a:srgbClr val="B040FF">
                <a:alpha val="30000"/>
              </a:srgbClr>
            </a:outerShdw>
          </a:effectLst>
        </p:spPr>
      </p:sp>
      <p:sp>
        <p:nvSpPr>
          <p:cNvPr id="36" name="Shape 34"/>
          <p:cNvSpPr/>
          <p:nvPr/>
        </p:nvSpPr>
        <p:spPr>
          <a:xfrm>
            <a:off x="2441448" y="987552"/>
            <a:ext cx="2121408" cy="1325880"/>
          </a:xfrm>
          <a:prstGeom prst="roundRect">
            <a:avLst>
              <a:gd name="adj" fmla="val 6897"/>
            </a:avLst>
          </a:prstGeom>
          <a:solidFill>
            <a:srgbClr val="B040FF">
              <a:alpha val="14000"/>
            </a:srgbClr>
          </a:solidFill>
          <a:ln w="12700">
            <a:solidFill>
              <a:srgbClr val="000000"/>
            </a:solidFill>
            <a:prstDash val="solid"/>
          </a:ln>
        </p:spPr>
      </p:sp>
      <p:sp>
        <p:nvSpPr>
          <p:cNvPr id="37" name="Shape 35"/>
          <p:cNvSpPr/>
          <p:nvPr/>
        </p:nvSpPr>
        <p:spPr>
          <a:xfrm>
            <a:off x="2441448" y="1920240"/>
            <a:ext cx="2121408" cy="393192"/>
          </a:xfrm>
          <a:prstGeom prst="rect">
            <a:avLst/>
          </a:prstGeom>
          <a:solidFill>
            <a:srgbClr val="B040FF">
              <a:alpha val="14000"/>
            </a:srgbClr>
          </a:solidFill>
          <a:ln w="12700">
            <a:solidFill>
              <a:srgbClr val="000000"/>
            </a:solidFill>
            <a:prstDash val="solid"/>
          </a:ln>
        </p:spPr>
      </p:sp>
      <p:sp>
        <p:nvSpPr>
          <p:cNvPr id="38" name="Shape 36"/>
          <p:cNvSpPr/>
          <p:nvPr/>
        </p:nvSpPr>
        <p:spPr>
          <a:xfrm>
            <a:off x="2953512" y="1051560"/>
            <a:ext cx="1097280" cy="1097280"/>
          </a:xfrm>
          <a:prstGeom prst="ellipse">
            <a:avLst/>
          </a:prstGeom>
          <a:solidFill>
            <a:srgbClr val="020C18"/>
          </a:solidFill>
          <a:ln w="22860">
            <a:solidFill>
              <a:srgbClr val="B040FF"/>
            </a:solidFill>
            <a:prstDash val="solid"/>
          </a:ln>
          <a:effectLst>
            <a:outerShdw sx="100000" sy="100000" kx="0" ky="0" algn="bl" rotWithShape="0" blurRad="279400" dist="50800" dir="16200000">
              <a:srgbClr val="B040FF">
                <a:alpha val="50000"/>
              </a:srgbClr>
            </a:outerShdw>
          </a:effectLst>
        </p:spPr>
      </p:sp>
      <p:sp>
        <p:nvSpPr>
          <p:cNvPr id="39" name="Text 37"/>
          <p:cNvSpPr/>
          <p:nvPr/>
        </p:nvSpPr>
        <p:spPr>
          <a:xfrm>
            <a:off x="2953512" y="1051560"/>
            <a:ext cx="1097280" cy="1097280"/>
          </a:xfrm>
          <a:prstGeom prst="rect">
            <a:avLst/>
          </a:prstGeom>
          <a:noFill/>
          <a:ln/>
        </p:spPr>
        <p:txBody>
          <a:bodyPr wrap="square" lIns="0" tIns="0" rIns="0" bIns="0" rtlCol="0" anchor="ctr"/>
          <a:lstStyle/>
          <a:p>
            <a:pPr algn="ctr" indent="0" marL="0">
              <a:buNone/>
            </a:pPr>
            <a:r>
              <a:rPr lang="en-US" sz="3800" dirty="0">
                <a:solidFill>
                  <a:srgbClr val="000000"/>
                </a:solidFill>
              </a:rPr>
              <a:t>🧠</a:t>
            </a:r>
            <a:endParaRPr lang="en-US" sz="3800" dirty="0"/>
          </a:p>
        </p:txBody>
      </p:sp>
      <p:sp>
        <p:nvSpPr>
          <p:cNvPr id="40" name="Text 38"/>
          <p:cNvSpPr/>
          <p:nvPr/>
        </p:nvSpPr>
        <p:spPr>
          <a:xfrm>
            <a:off x="2441448" y="2231136"/>
            <a:ext cx="2121408" cy="274320"/>
          </a:xfrm>
          <a:prstGeom prst="rect">
            <a:avLst/>
          </a:prstGeom>
          <a:noFill/>
          <a:ln/>
        </p:spPr>
        <p:txBody>
          <a:bodyPr wrap="square" lIns="0" tIns="0" rIns="0" bIns="0" rtlCol="0" anchor="ctr"/>
          <a:lstStyle/>
          <a:p>
            <a:pPr algn="ctr" indent="0" marL="0">
              <a:buNone/>
            </a:pPr>
            <a:r>
              <a:rPr lang="en-US" sz="1150" b="1" dirty="0">
                <a:solidFill>
                  <a:srgbClr val="B040FF"/>
                </a:solidFill>
                <a:latin typeface="Calibri" pitchFamily="34" charset="0"/>
                <a:ea typeface="Calibri" pitchFamily="34" charset="-122"/>
                <a:cs typeface="Calibri" pitchFamily="34" charset="-120"/>
              </a:rPr>
              <a:t>Anjali Prajapat</a:t>
            </a:r>
            <a:endParaRPr lang="en-US" sz="1150" dirty="0"/>
          </a:p>
        </p:txBody>
      </p:sp>
      <p:sp>
        <p:nvSpPr>
          <p:cNvPr id="41" name="Text 39"/>
          <p:cNvSpPr/>
          <p:nvPr/>
        </p:nvSpPr>
        <p:spPr>
          <a:xfrm>
            <a:off x="2441448" y="2505456"/>
            <a:ext cx="2121408" cy="201168"/>
          </a:xfrm>
          <a:prstGeom prst="rect">
            <a:avLst/>
          </a:prstGeom>
          <a:noFill/>
          <a:ln/>
        </p:spPr>
        <p:txBody>
          <a:bodyPr wrap="square" lIns="0" tIns="0" rIns="0" bIns="0" rtlCol="0" anchor="ctr"/>
          <a:lstStyle/>
          <a:p>
            <a:pPr algn="ctr" indent="0" marL="0">
              <a:buNone/>
            </a:pPr>
            <a:r>
              <a:rPr lang="en-US" sz="880" dirty="0">
                <a:solidFill>
                  <a:srgbClr val="3D6080"/>
                </a:solidFill>
                <a:latin typeface="Consolas" pitchFamily="34" charset="0"/>
                <a:ea typeface="Consolas" pitchFamily="34" charset="-122"/>
                <a:cs typeface="Consolas" pitchFamily="34" charset="-120"/>
              </a:rPr>
              <a:t>AI &amp; Research</a:t>
            </a:r>
            <a:endParaRPr lang="en-US" sz="880" dirty="0"/>
          </a:p>
        </p:txBody>
      </p:sp>
      <p:sp>
        <p:nvSpPr>
          <p:cNvPr id="42" name="Shape 40"/>
          <p:cNvSpPr/>
          <p:nvPr/>
        </p:nvSpPr>
        <p:spPr>
          <a:xfrm>
            <a:off x="2551176" y="2743200"/>
            <a:ext cx="1901952" cy="22860"/>
          </a:xfrm>
          <a:prstGeom prst="rect">
            <a:avLst/>
          </a:prstGeom>
          <a:solidFill>
            <a:srgbClr val="B040FF">
              <a:alpha val="30000"/>
            </a:srgbClr>
          </a:solidFill>
          <a:ln w="12700">
            <a:solidFill>
              <a:srgbClr val="000000"/>
            </a:solidFill>
            <a:prstDash val="solid"/>
          </a:ln>
        </p:spPr>
      </p:sp>
      <p:sp>
        <p:nvSpPr>
          <p:cNvPr id="43" name="Shape 41"/>
          <p:cNvSpPr/>
          <p:nvPr/>
        </p:nvSpPr>
        <p:spPr>
          <a:xfrm>
            <a:off x="2569464" y="2825496"/>
            <a:ext cx="91440" cy="91440"/>
          </a:xfrm>
          <a:prstGeom prst="ellipse">
            <a:avLst/>
          </a:prstGeom>
          <a:solidFill>
            <a:srgbClr val="B040FF"/>
          </a:solidFill>
          <a:ln w="12700">
            <a:solidFill>
              <a:srgbClr val="000000"/>
            </a:solidFill>
            <a:prstDash val="solid"/>
          </a:ln>
        </p:spPr>
      </p:sp>
      <p:sp>
        <p:nvSpPr>
          <p:cNvPr id="44" name="Text 42"/>
          <p:cNvSpPr/>
          <p:nvPr/>
        </p:nvSpPr>
        <p:spPr>
          <a:xfrm>
            <a:off x="2715768" y="2798064"/>
            <a:ext cx="1773936" cy="274320"/>
          </a:xfrm>
          <a:prstGeom prst="rect">
            <a:avLst/>
          </a:prstGeom>
          <a:noFill/>
          <a:ln/>
        </p:spPr>
        <p:txBody>
          <a:bodyPr wrap="square" lIns="0" tIns="0" rIns="0" bIns="0" rtlCol="0" anchor="ctr"/>
          <a:lstStyle/>
          <a:p>
            <a:pPr indent="0" marL="0">
              <a:buNone/>
            </a:pPr>
            <a:r>
              <a:rPr lang="en-US" sz="820" dirty="0">
                <a:solidFill>
                  <a:srgbClr val="3D6080"/>
                </a:solidFill>
                <a:latin typeface="Calibri" pitchFamily="34" charset="0"/>
                <a:ea typeface="Calibri" pitchFamily="34" charset="-122"/>
                <a:cs typeface="Calibri" pitchFamily="34" charset="-120"/>
              </a:rPr>
              <a:t>AI automation logic</a:t>
            </a:r>
            <a:endParaRPr lang="en-US" sz="820" dirty="0"/>
          </a:p>
        </p:txBody>
      </p:sp>
      <p:sp>
        <p:nvSpPr>
          <p:cNvPr id="45" name="Shape 43"/>
          <p:cNvSpPr/>
          <p:nvPr/>
        </p:nvSpPr>
        <p:spPr>
          <a:xfrm>
            <a:off x="2569464" y="3154680"/>
            <a:ext cx="91440" cy="91440"/>
          </a:xfrm>
          <a:prstGeom prst="ellipse">
            <a:avLst/>
          </a:prstGeom>
          <a:solidFill>
            <a:srgbClr val="B040FF"/>
          </a:solidFill>
          <a:ln w="12700">
            <a:solidFill>
              <a:srgbClr val="000000"/>
            </a:solidFill>
            <a:prstDash val="solid"/>
          </a:ln>
        </p:spPr>
      </p:sp>
      <p:sp>
        <p:nvSpPr>
          <p:cNvPr id="46" name="Text 44"/>
          <p:cNvSpPr/>
          <p:nvPr/>
        </p:nvSpPr>
        <p:spPr>
          <a:xfrm>
            <a:off x="2715768" y="3127248"/>
            <a:ext cx="1773936" cy="274320"/>
          </a:xfrm>
          <a:prstGeom prst="rect">
            <a:avLst/>
          </a:prstGeom>
          <a:noFill/>
          <a:ln/>
        </p:spPr>
        <p:txBody>
          <a:bodyPr wrap="square" lIns="0" tIns="0" rIns="0" bIns="0" rtlCol="0" anchor="ctr"/>
          <a:lstStyle/>
          <a:p>
            <a:pPr indent="0" marL="0">
              <a:buNone/>
            </a:pPr>
            <a:r>
              <a:rPr lang="en-US" sz="820" dirty="0">
                <a:solidFill>
                  <a:srgbClr val="3D6080"/>
                </a:solidFill>
                <a:latin typeface="Calibri" pitchFamily="34" charset="0"/>
                <a:ea typeface="Calibri" pitchFamily="34" charset="-122"/>
                <a:cs typeface="Calibri" pitchFamily="34" charset="-120"/>
              </a:rPr>
              <a:t>Use case + user research</a:t>
            </a:r>
            <a:endParaRPr lang="en-US" sz="820" dirty="0"/>
          </a:p>
        </p:txBody>
      </p:sp>
      <p:sp>
        <p:nvSpPr>
          <p:cNvPr id="47" name="Shape 45"/>
          <p:cNvSpPr/>
          <p:nvPr/>
        </p:nvSpPr>
        <p:spPr>
          <a:xfrm>
            <a:off x="2569464" y="3483864"/>
            <a:ext cx="91440" cy="91440"/>
          </a:xfrm>
          <a:prstGeom prst="ellipse">
            <a:avLst/>
          </a:prstGeom>
          <a:solidFill>
            <a:srgbClr val="B040FF"/>
          </a:solidFill>
          <a:ln w="12700">
            <a:solidFill>
              <a:srgbClr val="000000"/>
            </a:solidFill>
            <a:prstDash val="solid"/>
          </a:ln>
        </p:spPr>
      </p:sp>
      <p:sp>
        <p:nvSpPr>
          <p:cNvPr id="48" name="Text 46"/>
          <p:cNvSpPr/>
          <p:nvPr/>
        </p:nvSpPr>
        <p:spPr>
          <a:xfrm>
            <a:off x="2715768" y="3456432"/>
            <a:ext cx="1773936" cy="274320"/>
          </a:xfrm>
          <a:prstGeom prst="rect">
            <a:avLst/>
          </a:prstGeom>
          <a:noFill/>
          <a:ln/>
        </p:spPr>
        <p:txBody>
          <a:bodyPr wrap="square" lIns="0" tIns="0" rIns="0" bIns="0" rtlCol="0" anchor="ctr"/>
          <a:lstStyle/>
          <a:p>
            <a:pPr indent="0" marL="0">
              <a:buNone/>
            </a:pPr>
            <a:r>
              <a:rPr lang="en-US" sz="820" dirty="0">
                <a:solidFill>
                  <a:srgbClr val="3D6080"/>
                </a:solidFill>
                <a:latin typeface="Calibri" pitchFamily="34" charset="0"/>
                <a:ea typeface="Calibri" pitchFamily="34" charset="-122"/>
                <a:cs typeface="Calibri" pitchFamily="34" charset="-120"/>
              </a:rPr>
              <a:t>Corruption detection model</a:t>
            </a:r>
            <a:endParaRPr lang="en-US" sz="820" dirty="0"/>
          </a:p>
        </p:txBody>
      </p:sp>
      <p:sp>
        <p:nvSpPr>
          <p:cNvPr id="49" name="Shape 47"/>
          <p:cNvSpPr/>
          <p:nvPr/>
        </p:nvSpPr>
        <p:spPr>
          <a:xfrm>
            <a:off x="2569464" y="3813048"/>
            <a:ext cx="91440" cy="91440"/>
          </a:xfrm>
          <a:prstGeom prst="ellipse">
            <a:avLst/>
          </a:prstGeom>
          <a:solidFill>
            <a:srgbClr val="B040FF"/>
          </a:solidFill>
          <a:ln w="12700">
            <a:solidFill>
              <a:srgbClr val="000000"/>
            </a:solidFill>
            <a:prstDash val="solid"/>
          </a:ln>
        </p:spPr>
      </p:sp>
      <p:sp>
        <p:nvSpPr>
          <p:cNvPr id="50" name="Text 48"/>
          <p:cNvSpPr/>
          <p:nvPr/>
        </p:nvSpPr>
        <p:spPr>
          <a:xfrm>
            <a:off x="2715768" y="3785616"/>
            <a:ext cx="1773936" cy="274320"/>
          </a:xfrm>
          <a:prstGeom prst="rect">
            <a:avLst/>
          </a:prstGeom>
          <a:noFill/>
          <a:ln/>
        </p:spPr>
        <p:txBody>
          <a:bodyPr wrap="square" lIns="0" tIns="0" rIns="0" bIns="0" rtlCol="0" anchor="ctr"/>
          <a:lstStyle/>
          <a:p>
            <a:pPr indent="0" marL="0">
              <a:buNone/>
            </a:pPr>
            <a:r>
              <a:rPr lang="en-US" sz="820" dirty="0">
                <a:solidFill>
                  <a:srgbClr val="3D6080"/>
                </a:solidFill>
                <a:latin typeface="Calibri" pitchFamily="34" charset="0"/>
                <a:ea typeface="Calibri" pitchFamily="34" charset="-122"/>
                <a:cs typeface="Calibri" pitchFamily="34" charset="-120"/>
              </a:rPr>
              <a:t>SLA framework design</a:t>
            </a:r>
            <a:endParaRPr lang="en-US" sz="820" dirty="0"/>
          </a:p>
        </p:txBody>
      </p:sp>
      <p:sp>
        <p:nvSpPr>
          <p:cNvPr id="51" name="Shape 49"/>
          <p:cNvSpPr/>
          <p:nvPr/>
        </p:nvSpPr>
        <p:spPr>
          <a:xfrm>
            <a:off x="2569464" y="4142232"/>
            <a:ext cx="91440" cy="91440"/>
          </a:xfrm>
          <a:prstGeom prst="ellipse">
            <a:avLst/>
          </a:prstGeom>
          <a:solidFill>
            <a:srgbClr val="B040FF"/>
          </a:solidFill>
          <a:ln w="12700">
            <a:solidFill>
              <a:srgbClr val="000000"/>
            </a:solidFill>
            <a:prstDash val="solid"/>
          </a:ln>
        </p:spPr>
      </p:sp>
      <p:sp>
        <p:nvSpPr>
          <p:cNvPr id="52" name="Text 50"/>
          <p:cNvSpPr/>
          <p:nvPr/>
        </p:nvSpPr>
        <p:spPr>
          <a:xfrm>
            <a:off x="2715768" y="4114800"/>
            <a:ext cx="1773936" cy="274320"/>
          </a:xfrm>
          <a:prstGeom prst="rect">
            <a:avLst/>
          </a:prstGeom>
          <a:noFill/>
          <a:ln/>
        </p:spPr>
        <p:txBody>
          <a:bodyPr wrap="square" lIns="0" tIns="0" rIns="0" bIns="0" rtlCol="0" anchor="ctr"/>
          <a:lstStyle/>
          <a:p>
            <a:pPr indent="0" marL="0">
              <a:buNone/>
            </a:pPr>
            <a:r>
              <a:rPr lang="en-US" sz="820" dirty="0">
                <a:solidFill>
                  <a:srgbClr val="3D6080"/>
                </a:solidFill>
                <a:latin typeface="Calibri" pitchFamily="34" charset="0"/>
                <a:ea typeface="Calibri" pitchFamily="34" charset="-122"/>
                <a:cs typeface="Calibri" pitchFamily="34" charset="-120"/>
              </a:rPr>
              <a:t>Market research &amp; sizing</a:t>
            </a:r>
            <a:endParaRPr lang="en-US" sz="820" dirty="0"/>
          </a:p>
        </p:txBody>
      </p:sp>
      <p:sp>
        <p:nvSpPr>
          <p:cNvPr id="53" name="Shape 51"/>
          <p:cNvSpPr/>
          <p:nvPr/>
        </p:nvSpPr>
        <p:spPr>
          <a:xfrm>
            <a:off x="2487168" y="4553712"/>
            <a:ext cx="2029968" cy="502920"/>
          </a:xfrm>
          <a:prstGeom prst="roundRect">
            <a:avLst>
              <a:gd name="adj" fmla="val 10909"/>
            </a:avLst>
          </a:prstGeom>
          <a:solidFill>
            <a:srgbClr val="B040FF">
              <a:alpha val="12000"/>
            </a:srgbClr>
          </a:solidFill>
          <a:ln w="11430">
            <a:solidFill>
              <a:srgbClr val="B040FF"/>
            </a:solidFill>
            <a:prstDash val="solid"/>
          </a:ln>
        </p:spPr>
      </p:sp>
      <p:sp>
        <p:nvSpPr>
          <p:cNvPr id="54" name="Text 52"/>
          <p:cNvSpPr/>
          <p:nvPr/>
        </p:nvSpPr>
        <p:spPr>
          <a:xfrm>
            <a:off x="2487168" y="4553712"/>
            <a:ext cx="2029968" cy="502920"/>
          </a:xfrm>
          <a:prstGeom prst="rect">
            <a:avLst/>
          </a:prstGeom>
          <a:noFill/>
          <a:ln/>
        </p:spPr>
        <p:txBody>
          <a:bodyPr wrap="square" rtlCol="0" anchor="ctr"/>
          <a:lstStyle/>
          <a:p>
            <a:pPr algn="ctr" indent="0" marL="0">
              <a:buNone/>
            </a:pPr>
            <a:r>
              <a:rPr lang="en-US" sz="800" b="1" dirty="0">
                <a:solidFill>
                  <a:srgbClr val="B040FF"/>
                </a:solidFill>
                <a:latin typeface="Consolas" pitchFamily="34" charset="0"/>
                <a:ea typeface="Consolas" pitchFamily="34" charset="-122"/>
                <a:cs typeface="Consolas" pitchFamily="34" charset="-120"/>
              </a:rPr>
              <a:t>AI · Research · Strategy</a:t>
            </a:r>
            <a:endParaRPr lang="en-US" sz="800" dirty="0"/>
          </a:p>
        </p:txBody>
      </p:sp>
      <p:sp>
        <p:nvSpPr>
          <p:cNvPr id="55" name="Shape 53"/>
          <p:cNvSpPr/>
          <p:nvPr/>
        </p:nvSpPr>
        <p:spPr>
          <a:xfrm>
            <a:off x="4654296" y="987552"/>
            <a:ext cx="2121408" cy="4160520"/>
          </a:xfrm>
          <a:prstGeom prst="roundRect">
            <a:avLst>
              <a:gd name="adj" fmla="val 4310"/>
            </a:avLst>
          </a:prstGeom>
          <a:solidFill>
            <a:srgbClr val="112030"/>
          </a:solidFill>
          <a:ln w="16510">
            <a:solidFill>
              <a:srgbClr val="00FF88"/>
            </a:solidFill>
            <a:prstDash val="solid"/>
          </a:ln>
          <a:effectLst>
            <a:outerShdw sx="100000" sy="100000" kx="0" ky="0" algn="bl" rotWithShape="0" blurRad="279400" dist="50800" dir="16200000">
              <a:srgbClr val="00FF88">
                <a:alpha val="30000"/>
              </a:srgbClr>
            </a:outerShdw>
          </a:effectLst>
        </p:spPr>
      </p:sp>
      <p:sp>
        <p:nvSpPr>
          <p:cNvPr id="56" name="Shape 54"/>
          <p:cNvSpPr/>
          <p:nvPr/>
        </p:nvSpPr>
        <p:spPr>
          <a:xfrm>
            <a:off x="4654296" y="987552"/>
            <a:ext cx="2121408" cy="1325880"/>
          </a:xfrm>
          <a:prstGeom prst="roundRect">
            <a:avLst>
              <a:gd name="adj" fmla="val 6897"/>
            </a:avLst>
          </a:prstGeom>
          <a:solidFill>
            <a:srgbClr val="00FF88">
              <a:alpha val="14000"/>
            </a:srgbClr>
          </a:solidFill>
          <a:ln w="12700">
            <a:solidFill>
              <a:srgbClr val="000000"/>
            </a:solidFill>
            <a:prstDash val="solid"/>
          </a:ln>
        </p:spPr>
      </p:sp>
      <p:sp>
        <p:nvSpPr>
          <p:cNvPr id="57" name="Shape 55"/>
          <p:cNvSpPr/>
          <p:nvPr/>
        </p:nvSpPr>
        <p:spPr>
          <a:xfrm>
            <a:off x="4654296" y="1920240"/>
            <a:ext cx="2121408" cy="393192"/>
          </a:xfrm>
          <a:prstGeom prst="rect">
            <a:avLst/>
          </a:prstGeom>
          <a:solidFill>
            <a:srgbClr val="00FF88">
              <a:alpha val="14000"/>
            </a:srgbClr>
          </a:solidFill>
          <a:ln w="12700">
            <a:solidFill>
              <a:srgbClr val="000000"/>
            </a:solidFill>
            <a:prstDash val="solid"/>
          </a:ln>
        </p:spPr>
      </p:sp>
      <p:sp>
        <p:nvSpPr>
          <p:cNvPr id="58" name="Shape 56"/>
          <p:cNvSpPr/>
          <p:nvPr/>
        </p:nvSpPr>
        <p:spPr>
          <a:xfrm>
            <a:off x="5166360" y="1051560"/>
            <a:ext cx="1097280" cy="1097280"/>
          </a:xfrm>
          <a:prstGeom prst="ellipse">
            <a:avLst/>
          </a:prstGeom>
          <a:solidFill>
            <a:srgbClr val="020C18"/>
          </a:solidFill>
          <a:ln w="22860">
            <a:solidFill>
              <a:srgbClr val="00FF88"/>
            </a:solidFill>
            <a:prstDash val="solid"/>
          </a:ln>
          <a:effectLst>
            <a:outerShdw sx="100000" sy="100000" kx="0" ky="0" algn="bl" rotWithShape="0" blurRad="279400" dist="50800" dir="16200000">
              <a:srgbClr val="00FF88">
                <a:alpha val="50000"/>
              </a:srgbClr>
            </a:outerShdw>
          </a:effectLst>
        </p:spPr>
      </p:sp>
      <p:sp>
        <p:nvSpPr>
          <p:cNvPr id="59" name="Text 57"/>
          <p:cNvSpPr/>
          <p:nvPr/>
        </p:nvSpPr>
        <p:spPr>
          <a:xfrm>
            <a:off x="5166360" y="1051560"/>
            <a:ext cx="1097280" cy="1097280"/>
          </a:xfrm>
          <a:prstGeom prst="rect">
            <a:avLst/>
          </a:prstGeom>
          <a:noFill/>
          <a:ln/>
        </p:spPr>
        <p:txBody>
          <a:bodyPr wrap="square" lIns="0" tIns="0" rIns="0" bIns="0" rtlCol="0" anchor="ctr"/>
          <a:lstStyle/>
          <a:p>
            <a:pPr algn="ctr" indent="0" marL="0">
              <a:buNone/>
            </a:pPr>
            <a:r>
              <a:rPr lang="en-US" sz="3800" dirty="0">
                <a:solidFill>
                  <a:srgbClr val="000000"/>
                </a:solidFill>
              </a:rPr>
              <a:t>🎨</a:t>
            </a:r>
            <a:endParaRPr lang="en-US" sz="3800" dirty="0"/>
          </a:p>
        </p:txBody>
      </p:sp>
      <p:sp>
        <p:nvSpPr>
          <p:cNvPr id="60" name="Text 58"/>
          <p:cNvSpPr/>
          <p:nvPr/>
        </p:nvSpPr>
        <p:spPr>
          <a:xfrm>
            <a:off x="4654296" y="2231136"/>
            <a:ext cx="2121408" cy="274320"/>
          </a:xfrm>
          <a:prstGeom prst="rect">
            <a:avLst/>
          </a:prstGeom>
          <a:noFill/>
          <a:ln/>
        </p:spPr>
        <p:txBody>
          <a:bodyPr wrap="square" lIns="0" tIns="0" rIns="0" bIns="0" rtlCol="0" anchor="ctr"/>
          <a:lstStyle/>
          <a:p>
            <a:pPr algn="ctr" indent="0" marL="0">
              <a:buNone/>
            </a:pPr>
            <a:r>
              <a:rPr lang="en-US" sz="1150" b="1" dirty="0">
                <a:solidFill>
                  <a:srgbClr val="00FF88"/>
                </a:solidFill>
                <a:latin typeface="Calibri" pitchFamily="34" charset="0"/>
                <a:ea typeface="Calibri" pitchFamily="34" charset="-122"/>
                <a:cs typeface="Calibri" pitchFamily="34" charset="-120"/>
              </a:rPr>
              <a:t>Ritik Joshi</a:t>
            </a:r>
            <a:endParaRPr lang="en-US" sz="1150" dirty="0"/>
          </a:p>
        </p:txBody>
      </p:sp>
      <p:sp>
        <p:nvSpPr>
          <p:cNvPr id="61" name="Text 59"/>
          <p:cNvSpPr/>
          <p:nvPr/>
        </p:nvSpPr>
        <p:spPr>
          <a:xfrm>
            <a:off x="4654296" y="2505456"/>
            <a:ext cx="2121408" cy="201168"/>
          </a:xfrm>
          <a:prstGeom prst="rect">
            <a:avLst/>
          </a:prstGeom>
          <a:noFill/>
          <a:ln/>
        </p:spPr>
        <p:txBody>
          <a:bodyPr wrap="square" lIns="0" tIns="0" rIns="0" bIns="0" rtlCol="0" anchor="ctr"/>
          <a:lstStyle/>
          <a:p>
            <a:pPr algn="ctr" indent="0" marL="0">
              <a:buNone/>
            </a:pPr>
            <a:r>
              <a:rPr lang="en-US" sz="880" dirty="0">
                <a:solidFill>
                  <a:srgbClr val="3D6080"/>
                </a:solidFill>
                <a:latin typeface="Consolas" pitchFamily="34" charset="0"/>
                <a:ea typeface="Consolas" pitchFamily="34" charset="-122"/>
                <a:cs typeface="Consolas" pitchFamily="34" charset="-120"/>
              </a:rPr>
              <a:t>UI/UX Designer</a:t>
            </a:r>
            <a:endParaRPr lang="en-US" sz="880" dirty="0"/>
          </a:p>
        </p:txBody>
      </p:sp>
      <p:sp>
        <p:nvSpPr>
          <p:cNvPr id="62" name="Shape 60"/>
          <p:cNvSpPr/>
          <p:nvPr/>
        </p:nvSpPr>
        <p:spPr>
          <a:xfrm>
            <a:off x="4764024" y="2743200"/>
            <a:ext cx="1901952" cy="22860"/>
          </a:xfrm>
          <a:prstGeom prst="rect">
            <a:avLst/>
          </a:prstGeom>
          <a:solidFill>
            <a:srgbClr val="00FF88">
              <a:alpha val="30000"/>
            </a:srgbClr>
          </a:solidFill>
          <a:ln w="12700">
            <a:solidFill>
              <a:srgbClr val="000000"/>
            </a:solidFill>
            <a:prstDash val="solid"/>
          </a:ln>
        </p:spPr>
      </p:sp>
      <p:sp>
        <p:nvSpPr>
          <p:cNvPr id="63" name="Shape 61"/>
          <p:cNvSpPr/>
          <p:nvPr/>
        </p:nvSpPr>
        <p:spPr>
          <a:xfrm>
            <a:off x="4782312" y="2825496"/>
            <a:ext cx="91440" cy="91440"/>
          </a:xfrm>
          <a:prstGeom prst="ellipse">
            <a:avLst/>
          </a:prstGeom>
          <a:solidFill>
            <a:srgbClr val="00FF88"/>
          </a:solidFill>
          <a:ln w="12700">
            <a:solidFill>
              <a:srgbClr val="000000"/>
            </a:solidFill>
            <a:prstDash val="solid"/>
          </a:ln>
        </p:spPr>
      </p:sp>
      <p:sp>
        <p:nvSpPr>
          <p:cNvPr id="64" name="Text 62"/>
          <p:cNvSpPr/>
          <p:nvPr/>
        </p:nvSpPr>
        <p:spPr>
          <a:xfrm>
            <a:off x="4928616" y="2798064"/>
            <a:ext cx="1773936" cy="274320"/>
          </a:xfrm>
          <a:prstGeom prst="rect">
            <a:avLst/>
          </a:prstGeom>
          <a:noFill/>
          <a:ln/>
        </p:spPr>
        <p:txBody>
          <a:bodyPr wrap="square" lIns="0" tIns="0" rIns="0" bIns="0" rtlCol="0" anchor="ctr"/>
          <a:lstStyle/>
          <a:p>
            <a:pPr indent="0" marL="0">
              <a:buNone/>
            </a:pPr>
            <a:r>
              <a:rPr lang="en-US" sz="820" dirty="0">
                <a:solidFill>
                  <a:srgbClr val="3D6080"/>
                </a:solidFill>
                <a:latin typeface="Calibri" pitchFamily="34" charset="0"/>
                <a:ea typeface="Calibri" pitchFamily="34" charset="-122"/>
                <a:cs typeface="Calibri" pitchFamily="34" charset="-120"/>
              </a:rPr>
              <a:t>Holographic design system</a:t>
            </a:r>
            <a:endParaRPr lang="en-US" sz="820" dirty="0"/>
          </a:p>
        </p:txBody>
      </p:sp>
      <p:sp>
        <p:nvSpPr>
          <p:cNvPr id="65" name="Shape 63"/>
          <p:cNvSpPr/>
          <p:nvPr/>
        </p:nvSpPr>
        <p:spPr>
          <a:xfrm>
            <a:off x="4782312" y="3154680"/>
            <a:ext cx="91440" cy="91440"/>
          </a:xfrm>
          <a:prstGeom prst="ellipse">
            <a:avLst/>
          </a:prstGeom>
          <a:solidFill>
            <a:srgbClr val="00FF88"/>
          </a:solidFill>
          <a:ln w="12700">
            <a:solidFill>
              <a:srgbClr val="000000"/>
            </a:solidFill>
            <a:prstDash val="solid"/>
          </a:ln>
        </p:spPr>
      </p:sp>
      <p:sp>
        <p:nvSpPr>
          <p:cNvPr id="66" name="Text 64"/>
          <p:cNvSpPr/>
          <p:nvPr/>
        </p:nvSpPr>
        <p:spPr>
          <a:xfrm>
            <a:off x="4928616" y="3127248"/>
            <a:ext cx="1773936" cy="274320"/>
          </a:xfrm>
          <a:prstGeom prst="rect">
            <a:avLst/>
          </a:prstGeom>
          <a:noFill/>
          <a:ln/>
        </p:spPr>
        <p:txBody>
          <a:bodyPr wrap="square" lIns="0" tIns="0" rIns="0" bIns="0" rtlCol="0" anchor="ctr"/>
          <a:lstStyle/>
          <a:p>
            <a:pPr indent="0" marL="0">
              <a:buNone/>
            </a:pPr>
            <a:r>
              <a:rPr lang="en-US" sz="820" dirty="0">
                <a:solidFill>
                  <a:srgbClr val="3D6080"/>
                </a:solidFill>
                <a:latin typeface="Calibri" pitchFamily="34" charset="0"/>
                <a:ea typeface="Calibri" pitchFamily="34" charset="-122"/>
                <a:cs typeface="Calibri" pitchFamily="34" charset="-120"/>
              </a:rPr>
              <a:t>Color + font selection</a:t>
            </a:r>
            <a:endParaRPr lang="en-US" sz="820" dirty="0"/>
          </a:p>
        </p:txBody>
      </p:sp>
      <p:sp>
        <p:nvSpPr>
          <p:cNvPr id="67" name="Shape 65"/>
          <p:cNvSpPr/>
          <p:nvPr/>
        </p:nvSpPr>
        <p:spPr>
          <a:xfrm>
            <a:off x="4782312" y="3483864"/>
            <a:ext cx="91440" cy="91440"/>
          </a:xfrm>
          <a:prstGeom prst="ellipse">
            <a:avLst/>
          </a:prstGeom>
          <a:solidFill>
            <a:srgbClr val="00FF88"/>
          </a:solidFill>
          <a:ln w="12700">
            <a:solidFill>
              <a:srgbClr val="000000"/>
            </a:solidFill>
            <a:prstDash val="solid"/>
          </a:ln>
        </p:spPr>
      </p:sp>
      <p:sp>
        <p:nvSpPr>
          <p:cNvPr id="68" name="Text 66"/>
          <p:cNvSpPr/>
          <p:nvPr/>
        </p:nvSpPr>
        <p:spPr>
          <a:xfrm>
            <a:off x="4928616" y="3456432"/>
            <a:ext cx="1773936" cy="274320"/>
          </a:xfrm>
          <a:prstGeom prst="rect">
            <a:avLst/>
          </a:prstGeom>
          <a:noFill/>
          <a:ln/>
        </p:spPr>
        <p:txBody>
          <a:bodyPr wrap="square" lIns="0" tIns="0" rIns="0" bIns="0" rtlCol="0" anchor="ctr"/>
          <a:lstStyle/>
          <a:p>
            <a:pPr indent="0" marL="0">
              <a:buNone/>
            </a:pPr>
            <a:r>
              <a:rPr lang="en-US" sz="820" dirty="0">
                <a:solidFill>
                  <a:srgbClr val="3D6080"/>
                </a:solidFill>
                <a:latin typeface="Calibri" pitchFamily="34" charset="0"/>
                <a:ea typeface="Calibri" pitchFamily="34" charset="-122"/>
                <a:cs typeface="Calibri" pitchFamily="34" charset="-120"/>
              </a:rPr>
              <a:t>User flow wireframes</a:t>
            </a:r>
            <a:endParaRPr lang="en-US" sz="820" dirty="0"/>
          </a:p>
        </p:txBody>
      </p:sp>
      <p:sp>
        <p:nvSpPr>
          <p:cNvPr id="69" name="Shape 67"/>
          <p:cNvSpPr/>
          <p:nvPr/>
        </p:nvSpPr>
        <p:spPr>
          <a:xfrm>
            <a:off x="4782312" y="3813048"/>
            <a:ext cx="91440" cy="91440"/>
          </a:xfrm>
          <a:prstGeom prst="ellipse">
            <a:avLst/>
          </a:prstGeom>
          <a:solidFill>
            <a:srgbClr val="00FF88"/>
          </a:solidFill>
          <a:ln w="12700">
            <a:solidFill>
              <a:srgbClr val="000000"/>
            </a:solidFill>
            <a:prstDash val="solid"/>
          </a:ln>
        </p:spPr>
      </p:sp>
      <p:sp>
        <p:nvSpPr>
          <p:cNvPr id="70" name="Text 68"/>
          <p:cNvSpPr/>
          <p:nvPr/>
        </p:nvSpPr>
        <p:spPr>
          <a:xfrm>
            <a:off x="4928616" y="3785616"/>
            <a:ext cx="1773936" cy="274320"/>
          </a:xfrm>
          <a:prstGeom prst="rect">
            <a:avLst/>
          </a:prstGeom>
          <a:noFill/>
          <a:ln/>
        </p:spPr>
        <p:txBody>
          <a:bodyPr wrap="square" lIns="0" tIns="0" rIns="0" bIns="0" rtlCol="0" anchor="ctr"/>
          <a:lstStyle/>
          <a:p>
            <a:pPr indent="0" marL="0">
              <a:buNone/>
            </a:pPr>
            <a:r>
              <a:rPr lang="en-US" sz="820" dirty="0">
                <a:solidFill>
                  <a:srgbClr val="3D6080"/>
                </a:solidFill>
                <a:latin typeface="Calibri" pitchFamily="34" charset="0"/>
                <a:ea typeface="Calibri" pitchFamily="34" charset="-122"/>
                <a:cs typeface="Calibri" pitchFamily="34" charset="-120"/>
              </a:rPr>
              <a:t>Accessibility review</a:t>
            </a:r>
            <a:endParaRPr lang="en-US" sz="820" dirty="0"/>
          </a:p>
        </p:txBody>
      </p:sp>
      <p:sp>
        <p:nvSpPr>
          <p:cNvPr id="71" name="Shape 69"/>
          <p:cNvSpPr/>
          <p:nvPr/>
        </p:nvSpPr>
        <p:spPr>
          <a:xfrm>
            <a:off x="4782312" y="4142232"/>
            <a:ext cx="91440" cy="91440"/>
          </a:xfrm>
          <a:prstGeom prst="ellipse">
            <a:avLst/>
          </a:prstGeom>
          <a:solidFill>
            <a:srgbClr val="00FF88"/>
          </a:solidFill>
          <a:ln w="12700">
            <a:solidFill>
              <a:srgbClr val="000000"/>
            </a:solidFill>
            <a:prstDash val="solid"/>
          </a:ln>
        </p:spPr>
      </p:sp>
      <p:sp>
        <p:nvSpPr>
          <p:cNvPr id="72" name="Text 70"/>
          <p:cNvSpPr/>
          <p:nvPr/>
        </p:nvSpPr>
        <p:spPr>
          <a:xfrm>
            <a:off x="4928616" y="4114800"/>
            <a:ext cx="1773936" cy="274320"/>
          </a:xfrm>
          <a:prstGeom prst="rect">
            <a:avLst/>
          </a:prstGeom>
          <a:noFill/>
          <a:ln/>
        </p:spPr>
        <p:txBody>
          <a:bodyPr wrap="square" lIns="0" tIns="0" rIns="0" bIns="0" rtlCol="0" anchor="ctr"/>
          <a:lstStyle/>
          <a:p>
            <a:pPr indent="0" marL="0">
              <a:buNone/>
            </a:pPr>
            <a:r>
              <a:rPr lang="en-US" sz="820" dirty="0">
                <a:solidFill>
                  <a:srgbClr val="3D6080"/>
                </a:solidFill>
                <a:latin typeface="Calibri" pitchFamily="34" charset="0"/>
                <a:ea typeface="Calibri" pitchFamily="34" charset="-122"/>
                <a:cs typeface="Calibri" pitchFamily="34" charset="-120"/>
              </a:rPr>
              <a:t>Animation &amp; motion design</a:t>
            </a:r>
            <a:endParaRPr lang="en-US" sz="820" dirty="0"/>
          </a:p>
        </p:txBody>
      </p:sp>
      <p:sp>
        <p:nvSpPr>
          <p:cNvPr id="73" name="Shape 71"/>
          <p:cNvSpPr/>
          <p:nvPr/>
        </p:nvSpPr>
        <p:spPr>
          <a:xfrm>
            <a:off x="4700016" y="4553712"/>
            <a:ext cx="2029968" cy="502920"/>
          </a:xfrm>
          <a:prstGeom prst="roundRect">
            <a:avLst>
              <a:gd name="adj" fmla="val 10909"/>
            </a:avLst>
          </a:prstGeom>
          <a:solidFill>
            <a:srgbClr val="00FF88">
              <a:alpha val="12000"/>
            </a:srgbClr>
          </a:solidFill>
          <a:ln w="11430">
            <a:solidFill>
              <a:srgbClr val="00FF88"/>
            </a:solidFill>
            <a:prstDash val="solid"/>
          </a:ln>
        </p:spPr>
      </p:sp>
      <p:sp>
        <p:nvSpPr>
          <p:cNvPr id="74" name="Text 72"/>
          <p:cNvSpPr/>
          <p:nvPr/>
        </p:nvSpPr>
        <p:spPr>
          <a:xfrm>
            <a:off x="4700016" y="4553712"/>
            <a:ext cx="2029968" cy="502920"/>
          </a:xfrm>
          <a:prstGeom prst="rect">
            <a:avLst/>
          </a:prstGeom>
          <a:noFill/>
          <a:ln/>
        </p:spPr>
        <p:txBody>
          <a:bodyPr wrap="square" rtlCol="0" anchor="ctr"/>
          <a:lstStyle/>
          <a:p>
            <a:pPr algn="ctr" indent="0" marL="0">
              <a:buNone/>
            </a:pPr>
            <a:r>
              <a:rPr lang="en-US" sz="800" b="1" dirty="0">
                <a:solidFill>
                  <a:srgbClr val="00FF88"/>
                </a:solidFill>
                <a:latin typeface="Consolas" pitchFamily="34" charset="0"/>
                <a:ea typeface="Consolas" pitchFamily="34" charset="-122"/>
                <a:cs typeface="Consolas" pitchFamily="34" charset="-120"/>
              </a:rPr>
              <a:t>Figma · CSS · UX · Visual</a:t>
            </a:r>
            <a:endParaRPr lang="en-US" sz="800" dirty="0"/>
          </a:p>
        </p:txBody>
      </p:sp>
      <p:sp>
        <p:nvSpPr>
          <p:cNvPr id="75" name="Shape 73"/>
          <p:cNvSpPr/>
          <p:nvPr/>
        </p:nvSpPr>
        <p:spPr>
          <a:xfrm>
            <a:off x="6867144" y="987552"/>
            <a:ext cx="2121408" cy="4160520"/>
          </a:xfrm>
          <a:prstGeom prst="roundRect">
            <a:avLst>
              <a:gd name="adj" fmla="val 4310"/>
            </a:avLst>
          </a:prstGeom>
          <a:solidFill>
            <a:srgbClr val="112030"/>
          </a:solidFill>
          <a:ln w="16510">
            <a:solidFill>
              <a:srgbClr val="FFCC00"/>
            </a:solidFill>
            <a:prstDash val="solid"/>
          </a:ln>
          <a:effectLst>
            <a:outerShdw sx="100000" sy="100000" kx="0" ky="0" algn="bl" rotWithShape="0" blurRad="279400" dist="50800" dir="16200000">
              <a:srgbClr val="FFCC00">
                <a:alpha val="30000"/>
              </a:srgbClr>
            </a:outerShdw>
          </a:effectLst>
        </p:spPr>
      </p:sp>
      <p:sp>
        <p:nvSpPr>
          <p:cNvPr id="76" name="Shape 74"/>
          <p:cNvSpPr/>
          <p:nvPr/>
        </p:nvSpPr>
        <p:spPr>
          <a:xfrm>
            <a:off x="6867144" y="987552"/>
            <a:ext cx="2121408" cy="1325880"/>
          </a:xfrm>
          <a:prstGeom prst="roundRect">
            <a:avLst>
              <a:gd name="adj" fmla="val 6897"/>
            </a:avLst>
          </a:prstGeom>
          <a:solidFill>
            <a:srgbClr val="FFCC00">
              <a:alpha val="14000"/>
            </a:srgbClr>
          </a:solidFill>
          <a:ln w="12700">
            <a:solidFill>
              <a:srgbClr val="000000"/>
            </a:solidFill>
            <a:prstDash val="solid"/>
          </a:ln>
        </p:spPr>
      </p:sp>
      <p:sp>
        <p:nvSpPr>
          <p:cNvPr id="77" name="Shape 75"/>
          <p:cNvSpPr/>
          <p:nvPr/>
        </p:nvSpPr>
        <p:spPr>
          <a:xfrm>
            <a:off x="6867144" y="1920240"/>
            <a:ext cx="2121408" cy="393192"/>
          </a:xfrm>
          <a:prstGeom prst="rect">
            <a:avLst/>
          </a:prstGeom>
          <a:solidFill>
            <a:srgbClr val="FFCC00">
              <a:alpha val="14000"/>
            </a:srgbClr>
          </a:solidFill>
          <a:ln w="12700">
            <a:solidFill>
              <a:srgbClr val="000000"/>
            </a:solidFill>
            <a:prstDash val="solid"/>
          </a:ln>
        </p:spPr>
      </p:sp>
      <p:sp>
        <p:nvSpPr>
          <p:cNvPr id="78" name="Shape 76"/>
          <p:cNvSpPr/>
          <p:nvPr/>
        </p:nvSpPr>
        <p:spPr>
          <a:xfrm>
            <a:off x="7379208" y="1051560"/>
            <a:ext cx="1097280" cy="1097280"/>
          </a:xfrm>
          <a:prstGeom prst="ellipse">
            <a:avLst/>
          </a:prstGeom>
          <a:solidFill>
            <a:srgbClr val="020C18"/>
          </a:solidFill>
          <a:ln w="22860">
            <a:solidFill>
              <a:srgbClr val="FFCC00"/>
            </a:solidFill>
            <a:prstDash val="solid"/>
          </a:ln>
          <a:effectLst>
            <a:outerShdw sx="100000" sy="100000" kx="0" ky="0" algn="bl" rotWithShape="0" blurRad="279400" dist="50800" dir="16200000">
              <a:srgbClr val="FFCC00">
                <a:alpha val="50000"/>
              </a:srgbClr>
            </a:outerShdw>
          </a:effectLst>
        </p:spPr>
      </p:sp>
      <p:sp>
        <p:nvSpPr>
          <p:cNvPr id="79" name="Text 77"/>
          <p:cNvSpPr/>
          <p:nvPr/>
        </p:nvSpPr>
        <p:spPr>
          <a:xfrm>
            <a:off x="7379208" y="1051560"/>
            <a:ext cx="1097280" cy="1097280"/>
          </a:xfrm>
          <a:prstGeom prst="rect">
            <a:avLst/>
          </a:prstGeom>
          <a:noFill/>
          <a:ln/>
        </p:spPr>
        <p:txBody>
          <a:bodyPr wrap="square" lIns="0" tIns="0" rIns="0" bIns="0" rtlCol="0" anchor="ctr"/>
          <a:lstStyle/>
          <a:p>
            <a:pPr algn="ctr" indent="0" marL="0">
              <a:buNone/>
            </a:pPr>
            <a:r>
              <a:rPr lang="en-US" sz="3800" dirty="0">
                <a:solidFill>
                  <a:srgbClr val="000000"/>
                </a:solidFill>
              </a:rPr>
              <a:t>📊</a:t>
            </a:r>
            <a:endParaRPr lang="en-US" sz="3800" dirty="0"/>
          </a:p>
        </p:txBody>
      </p:sp>
      <p:sp>
        <p:nvSpPr>
          <p:cNvPr id="80" name="Text 78"/>
          <p:cNvSpPr/>
          <p:nvPr/>
        </p:nvSpPr>
        <p:spPr>
          <a:xfrm>
            <a:off x="6867144" y="2231136"/>
            <a:ext cx="2121408" cy="274320"/>
          </a:xfrm>
          <a:prstGeom prst="rect">
            <a:avLst/>
          </a:prstGeom>
          <a:noFill/>
          <a:ln/>
        </p:spPr>
        <p:txBody>
          <a:bodyPr wrap="square" lIns="0" tIns="0" rIns="0" bIns="0" rtlCol="0" anchor="ctr"/>
          <a:lstStyle/>
          <a:p>
            <a:pPr algn="ctr" indent="0" marL="0">
              <a:buNone/>
            </a:pPr>
            <a:r>
              <a:rPr lang="en-US" sz="1150" b="1" dirty="0">
                <a:solidFill>
                  <a:srgbClr val="FFCC00"/>
                </a:solidFill>
                <a:latin typeface="Calibri" pitchFamily="34" charset="0"/>
                <a:ea typeface="Calibri" pitchFamily="34" charset="-122"/>
                <a:cs typeface="Calibri" pitchFamily="34" charset="-120"/>
              </a:rPr>
              <a:t>Sandeep Chauhan</a:t>
            </a:r>
            <a:endParaRPr lang="en-US" sz="1150" dirty="0"/>
          </a:p>
        </p:txBody>
      </p:sp>
      <p:sp>
        <p:nvSpPr>
          <p:cNvPr id="81" name="Text 79"/>
          <p:cNvSpPr/>
          <p:nvPr/>
        </p:nvSpPr>
        <p:spPr>
          <a:xfrm>
            <a:off x="6867144" y="2505456"/>
            <a:ext cx="2121408" cy="201168"/>
          </a:xfrm>
          <a:prstGeom prst="rect">
            <a:avLst/>
          </a:prstGeom>
          <a:noFill/>
          <a:ln/>
        </p:spPr>
        <p:txBody>
          <a:bodyPr wrap="square" lIns="0" tIns="0" rIns="0" bIns="0" rtlCol="0" anchor="ctr"/>
          <a:lstStyle/>
          <a:p>
            <a:pPr algn="ctr" indent="0" marL="0">
              <a:buNone/>
            </a:pPr>
            <a:r>
              <a:rPr lang="en-US" sz="880" dirty="0">
                <a:solidFill>
                  <a:srgbClr val="3D6080"/>
                </a:solidFill>
                <a:latin typeface="Consolas" pitchFamily="34" charset="0"/>
                <a:ea typeface="Consolas" pitchFamily="34" charset="-122"/>
                <a:cs typeface="Consolas" pitchFamily="34" charset="-120"/>
              </a:rPr>
              <a:t>Business &amp; Pitch</a:t>
            </a:r>
            <a:endParaRPr lang="en-US" sz="880" dirty="0"/>
          </a:p>
        </p:txBody>
      </p:sp>
      <p:sp>
        <p:nvSpPr>
          <p:cNvPr id="82" name="Shape 80"/>
          <p:cNvSpPr/>
          <p:nvPr/>
        </p:nvSpPr>
        <p:spPr>
          <a:xfrm>
            <a:off x="6976872" y="2743200"/>
            <a:ext cx="1901952" cy="22860"/>
          </a:xfrm>
          <a:prstGeom prst="rect">
            <a:avLst/>
          </a:prstGeom>
          <a:solidFill>
            <a:srgbClr val="FFCC00">
              <a:alpha val="30000"/>
            </a:srgbClr>
          </a:solidFill>
          <a:ln w="12700">
            <a:solidFill>
              <a:srgbClr val="000000"/>
            </a:solidFill>
            <a:prstDash val="solid"/>
          </a:ln>
        </p:spPr>
      </p:sp>
      <p:sp>
        <p:nvSpPr>
          <p:cNvPr id="83" name="Shape 81"/>
          <p:cNvSpPr/>
          <p:nvPr/>
        </p:nvSpPr>
        <p:spPr>
          <a:xfrm>
            <a:off x="6995160" y="2825496"/>
            <a:ext cx="91440" cy="91440"/>
          </a:xfrm>
          <a:prstGeom prst="ellipse">
            <a:avLst/>
          </a:prstGeom>
          <a:solidFill>
            <a:srgbClr val="FFCC00"/>
          </a:solidFill>
          <a:ln w="12700">
            <a:solidFill>
              <a:srgbClr val="000000"/>
            </a:solidFill>
            <a:prstDash val="solid"/>
          </a:ln>
        </p:spPr>
      </p:sp>
      <p:sp>
        <p:nvSpPr>
          <p:cNvPr id="84" name="Text 82"/>
          <p:cNvSpPr/>
          <p:nvPr/>
        </p:nvSpPr>
        <p:spPr>
          <a:xfrm>
            <a:off x="7141464" y="2798064"/>
            <a:ext cx="1773936" cy="274320"/>
          </a:xfrm>
          <a:prstGeom prst="rect">
            <a:avLst/>
          </a:prstGeom>
          <a:noFill/>
          <a:ln/>
        </p:spPr>
        <p:txBody>
          <a:bodyPr wrap="square" lIns="0" tIns="0" rIns="0" bIns="0" rtlCol="0" anchor="ctr"/>
          <a:lstStyle/>
          <a:p>
            <a:pPr indent="0" marL="0">
              <a:buNone/>
            </a:pPr>
            <a:r>
              <a:rPr lang="en-US" sz="820" dirty="0">
                <a:solidFill>
                  <a:srgbClr val="3D6080"/>
                </a:solidFill>
                <a:latin typeface="Calibri" pitchFamily="34" charset="0"/>
                <a:ea typeface="Calibri" pitchFamily="34" charset="-122"/>
                <a:cs typeface="Calibri" pitchFamily="34" charset="-120"/>
              </a:rPr>
              <a:t>Revenue model design</a:t>
            </a:r>
            <a:endParaRPr lang="en-US" sz="820" dirty="0"/>
          </a:p>
        </p:txBody>
      </p:sp>
      <p:sp>
        <p:nvSpPr>
          <p:cNvPr id="85" name="Shape 83"/>
          <p:cNvSpPr/>
          <p:nvPr/>
        </p:nvSpPr>
        <p:spPr>
          <a:xfrm>
            <a:off x="6995160" y="3154680"/>
            <a:ext cx="91440" cy="91440"/>
          </a:xfrm>
          <a:prstGeom prst="ellipse">
            <a:avLst/>
          </a:prstGeom>
          <a:solidFill>
            <a:srgbClr val="FFCC00"/>
          </a:solidFill>
          <a:ln w="12700">
            <a:solidFill>
              <a:srgbClr val="000000"/>
            </a:solidFill>
            <a:prstDash val="solid"/>
          </a:ln>
        </p:spPr>
      </p:sp>
      <p:sp>
        <p:nvSpPr>
          <p:cNvPr id="86" name="Text 84"/>
          <p:cNvSpPr/>
          <p:nvPr/>
        </p:nvSpPr>
        <p:spPr>
          <a:xfrm>
            <a:off x="7141464" y="3127248"/>
            <a:ext cx="1773936" cy="274320"/>
          </a:xfrm>
          <a:prstGeom prst="rect">
            <a:avLst/>
          </a:prstGeom>
          <a:noFill/>
          <a:ln/>
        </p:spPr>
        <p:txBody>
          <a:bodyPr wrap="square" lIns="0" tIns="0" rIns="0" bIns="0" rtlCol="0" anchor="ctr"/>
          <a:lstStyle/>
          <a:p>
            <a:pPr indent="0" marL="0">
              <a:buNone/>
            </a:pPr>
            <a:r>
              <a:rPr lang="en-US" sz="820" dirty="0">
                <a:solidFill>
                  <a:srgbClr val="3D6080"/>
                </a:solidFill>
                <a:latin typeface="Calibri" pitchFamily="34" charset="0"/>
                <a:ea typeface="Calibri" pitchFamily="34" charset="-122"/>
                <a:cs typeface="Calibri" pitchFamily="34" charset="-120"/>
              </a:rPr>
              <a:t>Competitive analysis</a:t>
            </a:r>
            <a:endParaRPr lang="en-US" sz="820" dirty="0"/>
          </a:p>
        </p:txBody>
      </p:sp>
      <p:sp>
        <p:nvSpPr>
          <p:cNvPr id="87" name="Shape 85"/>
          <p:cNvSpPr/>
          <p:nvPr/>
        </p:nvSpPr>
        <p:spPr>
          <a:xfrm>
            <a:off x="6995160" y="3483864"/>
            <a:ext cx="91440" cy="91440"/>
          </a:xfrm>
          <a:prstGeom prst="ellipse">
            <a:avLst/>
          </a:prstGeom>
          <a:solidFill>
            <a:srgbClr val="FFCC00"/>
          </a:solidFill>
          <a:ln w="12700">
            <a:solidFill>
              <a:srgbClr val="000000"/>
            </a:solidFill>
            <a:prstDash val="solid"/>
          </a:ln>
        </p:spPr>
      </p:sp>
      <p:sp>
        <p:nvSpPr>
          <p:cNvPr id="88" name="Text 86"/>
          <p:cNvSpPr/>
          <p:nvPr/>
        </p:nvSpPr>
        <p:spPr>
          <a:xfrm>
            <a:off x="7141464" y="3456432"/>
            <a:ext cx="1773936" cy="274320"/>
          </a:xfrm>
          <a:prstGeom prst="rect">
            <a:avLst/>
          </a:prstGeom>
          <a:noFill/>
          <a:ln/>
        </p:spPr>
        <p:txBody>
          <a:bodyPr wrap="square" lIns="0" tIns="0" rIns="0" bIns="0" rtlCol="0" anchor="ctr"/>
          <a:lstStyle/>
          <a:p>
            <a:pPr indent="0" marL="0">
              <a:buNone/>
            </a:pPr>
            <a:r>
              <a:rPr lang="en-US" sz="820" dirty="0">
                <a:solidFill>
                  <a:srgbClr val="3D6080"/>
                </a:solidFill>
                <a:latin typeface="Calibri" pitchFamily="34" charset="0"/>
                <a:ea typeface="Calibri" pitchFamily="34" charset="-122"/>
                <a:cs typeface="Calibri" pitchFamily="34" charset="-120"/>
              </a:rPr>
              <a:t>This presentation</a:t>
            </a:r>
            <a:endParaRPr lang="en-US" sz="820" dirty="0"/>
          </a:p>
        </p:txBody>
      </p:sp>
      <p:sp>
        <p:nvSpPr>
          <p:cNvPr id="89" name="Shape 87"/>
          <p:cNvSpPr/>
          <p:nvPr/>
        </p:nvSpPr>
        <p:spPr>
          <a:xfrm>
            <a:off x="6995160" y="3813048"/>
            <a:ext cx="91440" cy="91440"/>
          </a:xfrm>
          <a:prstGeom prst="ellipse">
            <a:avLst/>
          </a:prstGeom>
          <a:solidFill>
            <a:srgbClr val="FFCC00"/>
          </a:solidFill>
          <a:ln w="12700">
            <a:solidFill>
              <a:srgbClr val="000000"/>
            </a:solidFill>
            <a:prstDash val="solid"/>
          </a:ln>
        </p:spPr>
      </p:sp>
      <p:sp>
        <p:nvSpPr>
          <p:cNvPr id="90" name="Text 88"/>
          <p:cNvSpPr/>
          <p:nvPr/>
        </p:nvSpPr>
        <p:spPr>
          <a:xfrm>
            <a:off x="7141464" y="3785616"/>
            <a:ext cx="1773936" cy="274320"/>
          </a:xfrm>
          <a:prstGeom prst="rect">
            <a:avLst/>
          </a:prstGeom>
          <a:noFill/>
          <a:ln/>
        </p:spPr>
        <p:txBody>
          <a:bodyPr wrap="square" lIns="0" tIns="0" rIns="0" bIns="0" rtlCol="0" anchor="ctr"/>
          <a:lstStyle/>
          <a:p>
            <a:pPr indent="0" marL="0">
              <a:buNone/>
            </a:pPr>
            <a:r>
              <a:rPr lang="en-US" sz="820" dirty="0">
                <a:solidFill>
                  <a:srgbClr val="3D6080"/>
                </a:solidFill>
                <a:latin typeface="Calibri" pitchFamily="34" charset="0"/>
                <a:ea typeface="Calibri" pitchFamily="34" charset="-122"/>
                <a:cs typeface="Calibri" pitchFamily="34" charset="-120"/>
              </a:rPr>
              <a:t>Market opportunity sizing</a:t>
            </a:r>
            <a:endParaRPr lang="en-US" sz="820" dirty="0"/>
          </a:p>
        </p:txBody>
      </p:sp>
      <p:sp>
        <p:nvSpPr>
          <p:cNvPr id="91" name="Shape 89"/>
          <p:cNvSpPr/>
          <p:nvPr/>
        </p:nvSpPr>
        <p:spPr>
          <a:xfrm>
            <a:off x="6995160" y="4142232"/>
            <a:ext cx="91440" cy="91440"/>
          </a:xfrm>
          <a:prstGeom prst="ellipse">
            <a:avLst/>
          </a:prstGeom>
          <a:solidFill>
            <a:srgbClr val="FFCC00"/>
          </a:solidFill>
          <a:ln w="12700">
            <a:solidFill>
              <a:srgbClr val="000000"/>
            </a:solidFill>
            <a:prstDash val="solid"/>
          </a:ln>
        </p:spPr>
      </p:sp>
      <p:sp>
        <p:nvSpPr>
          <p:cNvPr id="92" name="Text 90"/>
          <p:cNvSpPr/>
          <p:nvPr/>
        </p:nvSpPr>
        <p:spPr>
          <a:xfrm>
            <a:off x="7141464" y="4114800"/>
            <a:ext cx="1773936" cy="274320"/>
          </a:xfrm>
          <a:prstGeom prst="rect">
            <a:avLst/>
          </a:prstGeom>
          <a:noFill/>
          <a:ln/>
        </p:spPr>
        <p:txBody>
          <a:bodyPr wrap="square" lIns="0" tIns="0" rIns="0" bIns="0" rtlCol="0" anchor="ctr"/>
          <a:lstStyle/>
          <a:p>
            <a:pPr indent="0" marL="0">
              <a:buNone/>
            </a:pPr>
            <a:r>
              <a:rPr lang="en-US" sz="820" dirty="0">
                <a:solidFill>
                  <a:srgbClr val="3D6080"/>
                </a:solidFill>
                <a:latin typeface="Calibri" pitchFamily="34" charset="0"/>
                <a:ea typeface="Calibri" pitchFamily="34" charset="-122"/>
                <a:cs typeface="Calibri" pitchFamily="34" charset="-120"/>
              </a:rPr>
              <a:t>Pitch script + demo prep</a:t>
            </a:r>
            <a:endParaRPr lang="en-US" sz="820" dirty="0"/>
          </a:p>
        </p:txBody>
      </p:sp>
      <p:sp>
        <p:nvSpPr>
          <p:cNvPr id="93" name="Shape 91"/>
          <p:cNvSpPr/>
          <p:nvPr/>
        </p:nvSpPr>
        <p:spPr>
          <a:xfrm>
            <a:off x="6912864" y="4553712"/>
            <a:ext cx="2029968" cy="502920"/>
          </a:xfrm>
          <a:prstGeom prst="roundRect">
            <a:avLst>
              <a:gd name="adj" fmla="val 10909"/>
            </a:avLst>
          </a:prstGeom>
          <a:solidFill>
            <a:srgbClr val="FFCC00">
              <a:alpha val="12000"/>
            </a:srgbClr>
          </a:solidFill>
          <a:ln w="11430">
            <a:solidFill>
              <a:srgbClr val="FFCC00"/>
            </a:solidFill>
            <a:prstDash val="solid"/>
          </a:ln>
        </p:spPr>
      </p:sp>
      <p:sp>
        <p:nvSpPr>
          <p:cNvPr id="94" name="Text 92"/>
          <p:cNvSpPr/>
          <p:nvPr/>
        </p:nvSpPr>
        <p:spPr>
          <a:xfrm>
            <a:off x="6912864" y="4553712"/>
            <a:ext cx="2029968" cy="502920"/>
          </a:xfrm>
          <a:prstGeom prst="rect">
            <a:avLst/>
          </a:prstGeom>
          <a:noFill/>
          <a:ln/>
        </p:spPr>
        <p:txBody>
          <a:bodyPr wrap="square" rtlCol="0" anchor="ctr"/>
          <a:lstStyle/>
          <a:p>
            <a:pPr algn="ctr" indent="0" marL="0">
              <a:buNone/>
            </a:pPr>
            <a:r>
              <a:rPr lang="en-US" sz="800" b="1" dirty="0">
                <a:solidFill>
                  <a:srgbClr val="FFCC00"/>
                </a:solidFill>
                <a:latin typeface="Consolas" pitchFamily="34" charset="0"/>
                <a:ea typeface="Consolas" pitchFamily="34" charset="-122"/>
                <a:cs typeface="Consolas" pitchFamily="34" charset="-120"/>
              </a:rPr>
              <a:t>Business · Excel · Pitch</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20C18"/>
        </a:solidFill>
      </p:bgPr>
    </p:bg>
    <p:spTree>
      <p:nvGrpSpPr>
        <p:cNvPr id="1" name=""/>
        <p:cNvGrpSpPr/>
        <p:nvPr/>
      </p:nvGrpSpPr>
      <p:grpSpPr>
        <a:xfrm>
          <a:off x="0" y="0"/>
          <a:ext cx="0" cy="0"/>
          <a:chOff x="0" y="0"/>
          <a:chExt cx="0" cy="0"/>
        </a:xfrm>
      </p:grpSpPr>
      <p:sp>
        <p:nvSpPr>
          <p:cNvPr id="2" name="Shape 0"/>
          <p:cNvSpPr/>
          <p:nvPr/>
        </p:nvSpPr>
        <p:spPr>
          <a:xfrm>
            <a:off x="-1828800" y="-914400"/>
            <a:ext cx="6400800" cy="5486400"/>
          </a:xfrm>
          <a:prstGeom prst="ellipse">
            <a:avLst/>
          </a:prstGeom>
          <a:solidFill>
            <a:srgbClr val="B040FF">
              <a:alpha val="4000"/>
            </a:srgbClr>
          </a:solidFill>
          <a:ln w="12700">
            <a:solidFill>
              <a:srgbClr val="000000"/>
            </a:solidFill>
            <a:prstDash val="solid"/>
          </a:ln>
        </p:spPr>
      </p:sp>
      <p:sp>
        <p:nvSpPr>
          <p:cNvPr id="3" name="Shape 1"/>
          <p:cNvSpPr/>
          <p:nvPr/>
        </p:nvSpPr>
        <p:spPr>
          <a:xfrm>
            <a:off x="5943600" y="2743200"/>
            <a:ext cx="5486400" cy="4572000"/>
          </a:xfrm>
          <a:prstGeom prst="ellipse">
            <a:avLst/>
          </a:prstGeom>
          <a:solidFill>
            <a:srgbClr val="00F5FF">
              <a:alpha val="4000"/>
            </a:srgbClr>
          </a:solidFill>
          <a:ln w="12700">
            <a:solidFill>
              <a:srgbClr val="000000"/>
            </a:solidFill>
            <a:prstDash val="solid"/>
          </a:ln>
        </p:spPr>
      </p:sp>
      <p:sp>
        <p:nvSpPr>
          <p:cNvPr id="4" name="Shape 2"/>
          <p:cNvSpPr/>
          <p:nvPr/>
        </p:nvSpPr>
        <p:spPr>
          <a:xfrm>
            <a:off x="2743200" y="3657600"/>
            <a:ext cx="4572000" cy="3657600"/>
          </a:xfrm>
          <a:prstGeom prst="ellipse">
            <a:avLst/>
          </a:prstGeom>
          <a:solidFill>
            <a:srgbClr val="3D8EFF">
              <a:alpha val="3000"/>
            </a:srgbClr>
          </a:solidFill>
          <a:ln w="12700">
            <a:solidFill>
              <a:srgbClr val="000000"/>
            </a:solidFill>
            <a:prstDash val="solid"/>
          </a:ln>
        </p:spPr>
      </p:sp>
      <p:sp>
        <p:nvSpPr>
          <p:cNvPr id="5" name="Shape 3"/>
          <p:cNvSpPr/>
          <p:nvPr/>
        </p:nvSpPr>
        <p:spPr>
          <a:xfrm>
            <a:off x="457200" y="-1371600"/>
            <a:ext cx="6400800" cy="6400800"/>
          </a:xfrm>
          <a:prstGeom prst="ellipse">
            <a:avLst/>
          </a:prstGeom>
          <a:solidFill>
            <a:srgbClr val="00F5FF">
              <a:alpha val="5000"/>
            </a:srgbClr>
          </a:solidFill>
          <a:ln w="12700">
            <a:solidFill>
              <a:srgbClr val="000000"/>
            </a:solidFill>
            <a:prstDash val="solid"/>
          </a:ln>
        </p:spPr>
      </p:sp>
      <p:sp>
        <p:nvSpPr>
          <p:cNvPr id="6" name="Shape 4"/>
          <p:cNvSpPr/>
          <p:nvPr/>
        </p:nvSpPr>
        <p:spPr>
          <a:xfrm>
            <a:off x="3657600" y="1371600"/>
            <a:ext cx="6400800" cy="6400800"/>
          </a:xfrm>
          <a:prstGeom prst="ellipse">
            <a:avLst/>
          </a:prstGeom>
          <a:solidFill>
            <a:srgbClr val="B040FF">
              <a:alpha val="6000"/>
            </a:srgbClr>
          </a:solidFill>
          <a:ln w="12700">
            <a:solidFill>
              <a:srgbClr val="000000"/>
            </a:solidFill>
            <a:prstDash val="solid"/>
          </a:ln>
        </p:spPr>
      </p:sp>
      <p:sp>
        <p:nvSpPr>
          <p:cNvPr id="7" name="Shape 5"/>
          <p:cNvSpPr/>
          <p:nvPr/>
        </p:nvSpPr>
        <p:spPr>
          <a:xfrm>
            <a:off x="0" y="0"/>
            <a:ext cx="9144000" cy="11887"/>
          </a:xfrm>
          <a:prstGeom prst="rect">
            <a:avLst/>
          </a:prstGeom>
          <a:solidFill>
            <a:srgbClr val="00F5FF">
              <a:alpha val="4000"/>
            </a:srgbClr>
          </a:solidFill>
          <a:ln w="12700">
            <a:solidFill>
              <a:srgbClr val="000000"/>
            </a:solidFill>
            <a:prstDash val="solid"/>
          </a:ln>
        </p:spPr>
      </p:sp>
      <p:sp>
        <p:nvSpPr>
          <p:cNvPr id="8" name="Shape 6"/>
          <p:cNvSpPr/>
          <p:nvPr/>
        </p:nvSpPr>
        <p:spPr>
          <a:xfrm>
            <a:off x="0" y="233795"/>
            <a:ext cx="9144000" cy="11887"/>
          </a:xfrm>
          <a:prstGeom prst="rect">
            <a:avLst/>
          </a:prstGeom>
          <a:solidFill>
            <a:srgbClr val="00F5FF">
              <a:alpha val="4000"/>
            </a:srgbClr>
          </a:solidFill>
          <a:ln w="12700">
            <a:solidFill>
              <a:srgbClr val="000000"/>
            </a:solidFill>
            <a:prstDash val="solid"/>
          </a:ln>
        </p:spPr>
      </p:sp>
      <p:sp>
        <p:nvSpPr>
          <p:cNvPr id="9" name="Shape 7"/>
          <p:cNvSpPr/>
          <p:nvPr/>
        </p:nvSpPr>
        <p:spPr>
          <a:xfrm>
            <a:off x="0" y="467591"/>
            <a:ext cx="9144000" cy="11887"/>
          </a:xfrm>
          <a:prstGeom prst="rect">
            <a:avLst/>
          </a:prstGeom>
          <a:solidFill>
            <a:srgbClr val="00F5FF">
              <a:alpha val="4000"/>
            </a:srgbClr>
          </a:solidFill>
          <a:ln w="12700">
            <a:solidFill>
              <a:srgbClr val="000000"/>
            </a:solidFill>
            <a:prstDash val="solid"/>
          </a:ln>
        </p:spPr>
      </p:sp>
      <p:sp>
        <p:nvSpPr>
          <p:cNvPr id="10" name="Shape 8"/>
          <p:cNvSpPr/>
          <p:nvPr/>
        </p:nvSpPr>
        <p:spPr>
          <a:xfrm>
            <a:off x="0" y="701386"/>
            <a:ext cx="9144000" cy="11887"/>
          </a:xfrm>
          <a:prstGeom prst="rect">
            <a:avLst/>
          </a:prstGeom>
          <a:solidFill>
            <a:srgbClr val="00F5FF">
              <a:alpha val="4000"/>
            </a:srgbClr>
          </a:solidFill>
          <a:ln w="12700">
            <a:solidFill>
              <a:srgbClr val="000000"/>
            </a:solidFill>
            <a:prstDash val="solid"/>
          </a:ln>
        </p:spPr>
      </p:sp>
      <p:sp>
        <p:nvSpPr>
          <p:cNvPr id="11" name="Shape 9"/>
          <p:cNvSpPr/>
          <p:nvPr/>
        </p:nvSpPr>
        <p:spPr>
          <a:xfrm>
            <a:off x="0" y="935182"/>
            <a:ext cx="9144000" cy="11887"/>
          </a:xfrm>
          <a:prstGeom prst="rect">
            <a:avLst/>
          </a:prstGeom>
          <a:solidFill>
            <a:srgbClr val="00F5FF">
              <a:alpha val="4000"/>
            </a:srgbClr>
          </a:solidFill>
          <a:ln w="12700">
            <a:solidFill>
              <a:srgbClr val="000000"/>
            </a:solidFill>
            <a:prstDash val="solid"/>
          </a:ln>
        </p:spPr>
      </p:sp>
      <p:sp>
        <p:nvSpPr>
          <p:cNvPr id="12" name="Shape 10"/>
          <p:cNvSpPr/>
          <p:nvPr/>
        </p:nvSpPr>
        <p:spPr>
          <a:xfrm>
            <a:off x="0" y="1168977"/>
            <a:ext cx="9144000" cy="11887"/>
          </a:xfrm>
          <a:prstGeom prst="rect">
            <a:avLst/>
          </a:prstGeom>
          <a:solidFill>
            <a:srgbClr val="00F5FF">
              <a:alpha val="4000"/>
            </a:srgbClr>
          </a:solidFill>
          <a:ln w="12700">
            <a:solidFill>
              <a:srgbClr val="000000"/>
            </a:solidFill>
            <a:prstDash val="solid"/>
          </a:ln>
        </p:spPr>
      </p:sp>
      <p:sp>
        <p:nvSpPr>
          <p:cNvPr id="13" name="Shape 11"/>
          <p:cNvSpPr/>
          <p:nvPr/>
        </p:nvSpPr>
        <p:spPr>
          <a:xfrm>
            <a:off x="0" y="1402773"/>
            <a:ext cx="9144000" cy="11887"/>
          </a:xfrm>
          <a:prstGeom prst="rect">
            <a:avLst/>
          </a:prstGeom>
          <a:solidFill>
            <a:srgbClr val="00F5FF">
              <a:alpha val="4000"/>
            </a:srgbClr>
          </a:solidFill>
          <a:ln w="12700">
            <a:solidFill>
              <a:srgbClr val="000000"/>
            </a:solidFill>
            <a:prstDash val="solid"/>
          </a:ln>
        </p:spPr>
      </p:sp>
      <p:sp>
        <p:nvSpPr>
          <p:cNvPr id="14" name="Shape 12"/>
          <p:cNvSpPr/>
          <p:nvPr/>
        </p:nvSpPr>
        <p:spPr>
          <a:xfrm>
            <a:off x="0" y="1636568"/>
            <a:ext cx="9144000" cy="11887"/>
          </a:xfrm>
          <a:prstGeom prst="rect">
            <a:avLst/>
          </a:prstGeom>
          <a:solidFill>
            <a:srgbClr val="00F5FF">
              <a:alpha val="4000"/>
            </a:srgbClr>
          </a:solidFill>
          <a:ln w="12700">
            <a:solidFill>
              <a:srgbClr val="000000"/>
            </a:solidFill>
            <a:prstDash val="solid"/>
          </a:ln>
        </p:spPr>
      </p:sp>
      <p:sp>
        <p:nvSpPr>
          <p:cNvPr id="15" name="Shape 13"/>
          <p:cNvSpPr/>
          <p:nvPr/>
        </p:nvSpPr>
        <p:spPr>
          <a:xfrm>
            <a:off x="0" y="1870364"/>
            <a:ext cx="9144000" cy="11887"/>
          </a:xfrm>
          <a:prstGeom prst="rect">
            <a:avLst/>
          </a:prstGeom>
          <a:solidFill>
            <a:srgbClr val="00F5FF">
              <a:alpha val="4000"/>
            </a:srgbClr>
          </a:solidFill>
          <a:ln w="12700">
            <a:solidFill>
              <a:srgbClr val="000000"/>
            </a:solidFill>
            <a:prstDash val="solid"/>
          </a:ln>
        </p:spPr>
      </p:sp>
      <p:sp>
        <p:nvSpPr>
          <p:cNvPr id="16" name="Shape 14"/>
          <p:cNvSpPr/>
          <p:nvPr/>
        </p:nvSpPr>
        <p:spPr>
          <a:xfrm>
            <a:off x="0" y="2104159"/>
            <a:ext cx="9144000" cy="11887"/>
          </a:xfrm>
          <a:prstGeom prst="rect">
            <a:avLst/>
          </a:prstGeom>
          <a:solidFill>
            <a:srgbClr val="00F5FF">
              <a:alpha val="4000"/>
            </a:srgbClr>
          </a:solidFill>
          <a:ln w="12700">
            <a:solidFill>
              <a:srgbClr val="000000"/>
            </a:solidFill>
            <a:prstDash val="solid"/>
          </a:ln>
        </p:spPr>
      </p:sp>
      <p:sp>
        <p:nvSpPr>
          <p:cNvPr id="17" name="Shape 15"/>
          <p:cNvSpPr/>
          <p:nvPr/>
        </p:nvSpPr>
        <p:spPr>
          <a:xfrm>
            <a:off x="0" y="2337955"/>
            <a:ext cx="9144000" cy="11887"/>
          </a:xfrm>
          <a:prstGeom prst="rect">
            <a:avLst/>
          </a:prstGeom>
          <a:solidFill>
            <a:srgbClr val="00F5FF">
              <a:alpha val="4000"/>
            </a:srgbClr>
          </a:solidFill>
          <a:ln w="12700">
            <a:solidFill>
              <a:srgbClr val="000000"/>
            </a:solidFill>
            <a:prstDash val="solid"/>
          </a:ln>
        </p:spPr>
      </p:sp>
      <p:sp>
        <p:nvSpPr>
          <p:cNvPr id="18" name="Shape 16"/>
          <p:cNvSpPr/>
          <p:nvPr/>
        </p:nvSpPr>
        <p:spPr>
          <a:xfrm>
            <a:off x="0" y="2571750"/>
            <a:ext cx="9144000" cy="11887"/>
          </a:xfrm>
          <a:prstGeom prst="rect">
            <a:avLst/>
          </a:prstGeom>
          <a:solidFill>
            <a:srgbClr val="00F5FF">
              <a:alpha val="4000"/>
            </a:srgbClr>
          </a:solidFill>
          <a:ln w="12700">
            <a:solidFill>
              <a:srgbClr val="000000"/>
            </a:solidFill>
            <a:prstDash val="solid"/>
          </a:ln>
        </p:spPr>
      </p:sp>
      <p:sp>
        <p:nvSpPr>
          <p:cNvPr id="19" name="Shape 17"/>
          <p:cNvSpPr/>
          <p:nvPr/>
        </p:nvSpPr>
        <p:spPr>
          <a:xfrm>
            <a:off x="0" y="2805545"/>
            <a:ext cx="9144000" cy="11887"/>
          </a:xfrm>
          <a:prstGeom prst="rect">
            <a:avLst/>
          </a:prstGeom>
          <a:solidFill>
            <a:srgbClr val="00F5FF">
              <a:alpha val="4000"/>
            </a:srgbClr>
          </a:solidFill>
          <a:ln w="12700">
            <a:solidFill>
              <a:srgbClr val="000000"/>
            </a:solidFill>
            <a:prstDash val="solid"/>
          </a:ln>
        </p:spPr>
      </p:sp>
      <p:sp>
        <p:nvSpPr>
          <p:cNvPr id="20" name="Shape 18"/>
          <p:cNvSpPr/>
          <p:nvPr/>
        </p:nvSpPr>
        <p:spPr>
          <a:xfrm>
            <a:off x="0" y="3039341"/>
            <a:ext cx="9144000" cy="11887"/>
          </a:xfrm>
          <a:prstGeom prst="rect">
            <a:avLst/>
          </a:prstGeom>
          <a:solidFill>
            <a:srgbClr val="00F5FF">
              <a:alpha val="4000"/>
            </a:srgbClr>
          </a:solidFill>
          <a:ln w="12700">
            <a:solidFill>
              <a:srgbClr val="000000"/>
            </a:solidFill>
            <a:prstDash val="solid"/>
          </a:ln>
        </p:spPr>
      </p:sp>
      <p:sp>
        <p:nvSpPr>
          <p:cNvPr id="21" name="Shape 19"/>
          <p:cNvSpPr/>
          <p:nvPr/>
        </p:nvSpPr>
        <p:spPr>
          <a:xfrm>
            <a:off x="0" y="3273136"/>
            <a:ext cx="9144000" cy="11887"/>
          </a:xfrm>
          <a:prstGeom prst="rect">
            <a:avLst/>
          </a:prstGeom>
          <a:solidFill>
            <a:srgbClr val="00F5FF">
              <a:alpha val="4000"/>
            </a:srgbClr>
          </a:solidFill>
          <a:ln w="12700">
            <a:solidFill>
              <a:srgbClr val="000000"/>
            </a:solidFill>
            <a:prstDash val="solid"/>
          </a:ln>
        </p:spPr>
      </p:sp>
      <p:sp>
        <p:nvSpPr>
          <p:cNvPr id="22" name="Shape 20"/>
          <p:cNvSpPr/>
          <p:nvPr/>
        </p:nvSpPr>
        <p:spPr>
          <a:xfrm>
            <a:off x="0" y="3506932"/>
            <a:ext cx="9144000" cy="11887"/>
          </a:xfrm>
          <a:prstGeom prst="rect">
            <a:avLst/>
          </a:prstGeom>
          <a:solidFill>
            <a:srgbClr val="00F5FF">
              <a:alpha val="4000"/>
            </a:srgbClr>
          </a:solidFill>
          <a:ln w="12700">
            <a:solidFill>
              <a:srgbClr val="000000"/>
            </a:solidFill>
            <a:prstDash val="solid"/>
          </a:ln>
        </p:spPr>
      </p:sp>
      <p:sp>
        <p:nvSpPr>
          <p:cNvPr id="23" name="Shape 21"/>
          <p:cNvSpPr/>
          <p:nvPr/>
        </p:nvSpPr>
        <p:spPr>
          <a:xfrm>
            <a:off x="0" y="3740727"/>
            <a:ext cx="9144000" cy="11887"/>
          </a:xfrm>
          <a:prstGeom prst="rect">
            <a:avLst/>
          </a:prstGeom>
          <a:solidFill>
            <a:srgbClr val="00F5FF">
              <a:alpha val="4000"/>
            </a:srgbClr>
          </a:solidFill>
          <a:ln w="12700">
            <a:solidFill>
              <a:srgbClr val="000000"/>
            </a:solidFill>
            <a:prstDash val="solid"/>
          </a:ln>
        </p:spPr>
      </p:sp>
      <p:sp>
        <p:nvSpPr>
          <p:cNvPr id="24" name="Shape 22"/>
          <p:cNvSpPr/>
          <p:nvPr/>
        </p:nvSpPr>
        <p:spPr>
          <a:xfrm>
            <a:off x="0" y="3974523"/>
            <a:ext cx="9144000" cy="11887"/>
          </a:xfrm>
          <a:prstGeom prst="rect">
            <a:avLst/>
          </a:prstGeom>
          <a:solidFill>
            <a:srgbClr val="00F5FF">
              <a:alpha val="4000"/>
            </a:srgbClr>
          </a:solidFill>
          <a:ln w="12700">
            <a:solidFill>
              <a:srgbClr val="000000"/>
            </a:solidFill>
            <a:prstDash val="solid"/>
          </a:ln>
        </p:spPr>
      </p:sp>
      <p:sp>
        <p:nvSpPr>
          <p:cNvPr id="25" name="Shape 23"/>
          <p:cNvSpPr/>
          <p:nvPr/>
        </p:nvSpPr>
        <p:spPr>
          <a:xfrm>
            <a:off x="0" y="4208318"/>
            <a:ext cx="9144000" cy="11887"/>
          </a:xfrm>
          <a:prstGeom prst="rect">
            <a:avLst/>
          </a:prstGeom>
          <a:solidFill>
            <a:srgbClr val="00F5FF">
              <a:alpha val="4000"/>
            </a:srgbClr>
          </a:solidFill>
          <a:ln w="12700">
            <a:solidFill>
              <a:srgbClr val="000000"/>
            </a:solidFill>
            <a:prstDash val="solid"/>
          </a:ln>
        </p:spPr>
      </p:sp>
      <p:sp>
        <p:nvSpPr>
          <p:cNvPr id="26" name="Shape 24"/>
          <p:cNvSpPr/>
          <p:nvPr/>
        </p:nvSpPr>
        <p:spPr>
          <a:xfrm>
            <a:off x="0" y="4442114"/>
            <a:ext cx="9144000" cy="11887"/>
          </a:xfrm>
          <a:prstGeom prst="rect">
            <a:avLst/>
          </a:prstGeom>
          <a:solidFill>
            <a:srgbClr val="00F5FF">
              <a:alpha val="4000"/>
            </a:srgbClr>
          </a:solidFill>
          <a:ln w="12700">
            <a:solidFill>
              <a:srgbClr val="000000"/>
            </a:solidFill>
            <a:prstDash val="solid"/>
          </a:ln>
        </p:spPr>
      </p:sp>
      <p:sp>
        <p:nvSpPr>
          <p:cNvPr id="27" name="Shape 25"/>
          <p:cNvSpPr/>
          <p:nvPr/>
        </p:nvSpPr>
        <p:spPr>
          <a:xfrm>
            <a:off x="0" y="4675909"/>
            <a:ext cx="9144000" cy="11887"/>
          </a:xfrm>
          <a:prstGeom prst="rect">
            <a:avLst/>
          </a:prstGeom>
          <a:solidFill>
            <a:srgbClr val="00F5FF">
              <a:alpha val="4000"/>
            </a:srgbClr>
          </a:solidFill>
          <a:ln w="12700">
            <a:solidFill>
              <a:srgbClr val="000000"/>
            </a:solidFill>
            <a:prstDash val="solid"/>
          </a:ln>
        </p:spPr>
      </p:sp>
      <p:sp>
        <p:nvSpPr>
          <p:cNvPr id="28" name="Shape 26"/>
          <p:cNvSpPr/>
          <p:nvPr/>
        </p:nvSpPr>
        <p:spPr>
          <a:xfrm>
            <a:off x="0" y="4909705"/>
            <a:ext cx="9144000" cy="11887"/>
          </a:xfrm>
          <a:prstGeom prst="rect">
            <a:avLst/>
          </a:prstGeom>
          <a:solidFill>
            <a:srgbClr val="00F5FF">
              <a:alpha val="4000"/>
            </a:srgbClr>
          </a:solidFill>
          <a:ln w="12700">
            <a:solidFill>
              <a:srgbClr val="000000"/>
            </a:solidFill>
            <a:prstDash val="solid"/>
          </a:ln>
        </p:spPr>
      </p:sp>
      <p:sp>
        <p:nvSpPr>
          <p:cNvPr id="29" name="Text 27"/>
          <p:cNvSpPr/>
          <p:nvPr/>
        </p:nvSpPr>
        <p:spPr>
          <a:xfrm>
            <a:off x="274320" y="45720"/>
            <a:ext cx="4206240" cy="1051560"/>
          </a:xfrm>
          <a:prstGeom prst="rect">
            <a:avLst/>
          </a:prstGeom>
          <a:noFill/>
          <a:ln/>
          <a:effectLst>
            <a:outerShdw sx="100000" sy="100000" kx="0" ky="0" algn="bl" rotWithShape="0" blurRad="279400" dist="50800" dir="16200000">
              <a:srgbClr val="00F5FF">
                <a:alpha val="55000"/>
              </a:srgbClr>
            </a:outerShdw>
          </a:effectLst>
        </p:spPr>
        <p:txBody>
          <a:bodyPr wrap="square" lIns="0" tIns="0" rIns="0" bIns="0" rtlCol="0" anchor="ctr"/>
          <a:lstStyle/>
          <a:p>
            <a:pPr indent="0" marL="0">
              <a:buNone/>
            </a:pPr>
            <a:r>
              <a:rPr lang="en-US" sz="9000" b="1" spc="1000" kern="0" dirty="0">
                <a:solidFill>
                  <a:srgbClr val="00F5FF"/>
                </a:solidFill>
                <a:latin typeface="Calibri" pitchFamily="34" charset="0"/>
                <a:ea typeface="Calibri" pitchFamily="34" charset="-122"/>
                <a:cs typeface="Calibri" pitchFamily="34" charset="-120"/>
              </a:rPr>
              <a:t>LIVE</a:t>
            </a:r>
            <a:endParaRPr lang="en-US" sz="9000" dirty="0"/>
          </a:p>
        </p:txBody>
      </p:sp>
      <p:sp>
        <p:nvSpPr>
          <p:cNvPr id="30" name="Text 28"/>
          <p:cNvSpPr/>
          <p:nvPr/>
        </p:nvSpPr>
        <p:spPr>
          <a:xfrm>
            <a:off x="4663440" y="45720"/>
            <a:ext cx="4206240" cy="1051560"/>
          </a:xfrm>
          <a:prstGeom prst="rect">
            <a:avLst/>
          </a:prstGeom>
          <a:noFill/>
          <a:ln/>
          <a:effectLst>
            <a:outerShdw sx="100000" sy="100000" kx="0" ky="0" algn="bl" rotWithShape="0" blurRad="279400" dist="50800" dir="16200000">
              <a:srgbClr val="B040FF">
                <a:alpha val="55000"/>
              </a:srgbClr>
            </a:outerShdw>
          </a:effectLst>
        </p:spPr>
        <p:txBody>
          <a:bodyPr wrap="square" lIns="0" tIns="0" rIns="0" bIns="0" rtlCol="0" anchor="ctr"/>
          <a:lstStyle/>
          <a:p>
            <a:pPr indent="0" marL="0">
              <a:buNone/>
            </a:pPr>
            <a:r>
              <a:rPr lang="en-US" sz="9000" b="1" spc="1000" kern="0" dirty="0">
                <a:solidFill>
                  <a:srgbClr val="B040FF"/>
                </a:solidFill>
                <a:latin typeface="Calibri" pitchFamily="34" charset="0"/>
                <a:ea typeface="Calibri" pitchFamily="34" charset="-122"/>
                <a:cs typeface="Calibri" pitchFamily="34" charset="-120"/>
              </a:rPr>
              <a:t>DEMO</a:t>
            </a:r>
            <a:endParaRPr lang="en-US" sz="9000" dirty="0"/>
          </a:p>
        </p:txBody>
      </p:sp>
      <p:sp>
        <p:nvSpPr>
          <p:cNvPr id="31" name="Text 29"/>
          <p:cNvSpPr/>
          <p:nvPr/>
        </p:nvSpPr>
        <p:spPr>
          <a:xfrm>
            <a:off x="365760" y="1078992"/>
            <a:ext cx="8412480" cy="274320"/>
          </a:xfrm>
          <a:prstGeom prst="rect">
            <a:avLst/>
          </a:prstGeom>
          <a:noFill/>
          <a:ln/>
        </p:spPr>
        <p:txBody>
          <a:bodyPr wrap="square" rtlCol="0" anchor="ctr"/>
          <a:lstStyle/>
          <a:p>
            <a:pPr algn="ctr" indent="0" marL="0">
              <a:buNone/>
            </a:pPr>
            <a:r>
              <a:rPr lang="en-US" sz="1400" i="1" dirty="0">
                <a:solidFill>
                  <a:srgbClr val="3D6080"/>
                </a:solidFill>
                <a:latin typeface="Calibri" pitchFamily="34" charset="0"/>
                <a:ea typeface="Calibri" pitchFamily="34" charset="-122"/>
                <a:cs typeface="Calibri" pitchFamily="34" charset="-120"/>
              </a:rPr>
              <a:t>Both deployed. Both live. Right now. ↓</a:t>
            </a:r>
            <a:endParaRPr lang="en-US" sz="1400" dirty="0"/>
          </a:p>
        </p:txBody>
      </p:sp>
      <p:sp>
        <p:nvSpPr>
          <p:cNvPr id="32" name="Shape 30"/>
          <p:cNvSpPr/>
          <p:nvPr/>
        </p:nvSpPr>
        <p:spPr>
          <a:xfrm>
            <a:off x="320040" y="1426464"/>
            <a:ext cx="3977640" cy="530352"/>
          </a:xfrm>
          <a:prstGeom prst="roundRect">
            <a:avLst>
              <a:gd name="adj" fmla="val 13793"/>
            </a:avLst>
          </a:prstGeom>
          <a:solidFill>
            <a:srgbClr val="010810"/>
          </a:solidFill>
          <a:ln w="25400">
            <a:solidFill>
              <a:srgbClr val="00FF88"/>
            </a:solidFill>
            <a:prstDash val="solid"/>
          </a:ln>
          <a:effectLst>
            <a:outerShdw sx="100000" sy="100000" kx="0" ky="0" algn="bl" rotWithShape="0" blurRad="279400" dist="50800" dir="16200000">
              <a:srgbClr val="00FF88">
                <a:alpha val="45000"/>
              </a:srgbClr>
            </a:outerShdw>
          </a:effectLst>
        </p:spPr>
      </p:sp>
      <p:sp>
        <p:nvSpPr>
          <p:cNvPr id="33" name="Text 31"/>
          <p:cNvSpPr/>
          <p:nvPr/>
        </p:nvSpPr>
        <p:spPr>
          <a:xfrm>
            <a:off x="320040" y="1426464"/>
            <a:ext cx="3977640" cy="530352"/>
          </a:xfrm>
          <a:prstGeom prst="rect">
            <a:avLst/>
          </a:prstGeom>
          <a:noFill/>
          <a:ln/>
        </p:spPr>
        <p:txBody>
          <a:bodyPr wrap="square" rtlCol="0" anchor="ctr"/>
          <a:lstStyle/>
          <a:p>
            <a:pPr algn="ctr" indent="0" marL="0">
              <a:buNone/>
            </a:pPr>
            <a:r>
              <a:rPr lang="en-US" sz="1350" b="1" dirty="0">
                <a:solidFill>
                  <a:srgbClr val="00FF88"/>
                </a:solidFill>
                <a:latin typeface="Consolas" pitchFamily="34" charset="0"/>
                <a:ea typeface="Consolas" pitchFamily="34" charset="-122"/>
                <a:cs typeface="Consolas" pitchFamily="34" charset="-120"/>
              </a:rPr>
              <a:t>🌐  civiceye-v6.vercel.app</a:t>
            </a:r>
            <a:endParaRPr lang="en-US" sz="1350" dirty="0"/>
          </a:p>
        </p:txBody>
      </p:sp>
      <p:sp>
        <p:nvSpPr>
          <p:cNvPr id="34" name="Shape 32"/>
          <p:cNvSpPr/>
          <p:nvPr/>
        </p:nvSpPr>
        <p:spPr>
          <a:xfrm>
            <a:off x="4846320" y="1426464"/>
            <a:ext cx="3977640" cy="530352"/>
          </a:xfrm>
          <a:prstGeom prst="roundRect">
            <a:avLst>
              <a:gd name="adj" fmla="val 13793"/>
            </a:avLst>
          </a:prstGeom>
          <a:solidFill>
            <a:srgbClr val="010810"/>
          </a:solidFill>
          <a:ln w="25400">
            <a:solidFill>
              <a:srgbClr val="00F5FF"/>
            </a:solidFill>
            <a:prstDash val="solid"/>
          </a:ln>
          <a:effectLst>
            <a:outerShdw sx="100000" sy="100000" kx="0" ky="0" algn="bl" rotWithShape="0" blurRad="279400" dist="50800" dir="16200000">
              <a:srgbClr val="00F5FF">
                <a:alpha val="45000"/>
              </a:srgbClr>
            </a:outerShdw>
          </a:effectLst>
        </p:spPr>
      </p:sp>
      <p:sp>
        <p:nvSpPr>
          <p:cNvPr id="35" name="Text 33"/>
          <p:cNvSpPr/>
          <p:nvPr/>
        </p:nvSpPr>
        <p:spPr>
          <a:xfrm>
            <a:off x="4846320" y="1426464"/>
            <a:ext cx="3977640" cy="530352"/>
          </a:xfrm>
          <a:prstGeom prst="rect">
            <a:avLst/>
          </a:prstGeom>
          <a:noFill/>
          <a:ln/>
        </p:spPr>
        <p:txBody>
          <a:bodyPr wrap="square" rtlCol="0" anchor="ctr"/>
          <a:lstStyle/>
          <a:p>
            <a:pPr algn="ctr" indent="0" marL="0">
              <a:buNone/>
            </a:pPr>
            <a:r>
              <a:rPr lang="en-US" sz="1300" b="1" dirty="0">
                <a:solidFill>
                  <a:srgbClr val="00F5FF"/>
                </a:solidFill>
                <a:latin typeface="Consolas" pitchFamily="34" charset="0"/>
                <a:ea typeface="Consolas" pitchFamily="34" charset="-122"/>
                <a:cs typeface="Consolas" pitchFamily="34" charset="-120"/>
              </a:rPr>
              <a:t>⚙  civiceye-v6.onrender.com/docs</a:t>
            </a:r>
            <a:endParaRPr lang="en-US" sz="1300" dirty="0"/>
          </a:p>
        </p:txBody>
      </p:sp>
      <p:sp>
        <p:nvSpPr>
          <p:cNvPr id="36" name="Shape 34"/>
          <p:cNvSpPr/>
          <p:nvPr/>
        </p:nvSpPr>
        <p:spPr>
          <a:xfrm>
            <a:off x="320040" y="2185416"/>
            <a:ext cx="310896" cy="310896"/>
          </a:xfrm>
          <a:prstGeom prst="ellipse">
            <a:avLst/>
          </a:prstGeom>
          <a:solidFill>
            <a:srgbClr val="00F5FF"/>
          </a:solidFill>
          <a:ln w="12700">
            <a:solidFill>
              <a:srgbClr val="000000"/>
            </a:solidFill>
            <a:prstDash val="solid"/>
          </a:ln>
          <a:effectLst>
            <a:outerShdw sx="100000" sy="100000" kx="0" ky="0" algn="bl" rotWithShape="0" blurRad="279400" dist="50800" dir="16200000">
              <a:srgbClr val="00F5FF">
                <a:alpha val="50000"/>
              </a:srgbClr>
            </a:outerShdw>
          </a:effectLst>
        </p:spPr>
      </p:sp>
      <p:sp>
        <p:nvSpPr>
          <p:cNvPr id="37" name="Text 35"/>
          <p:cNvSpPr/>
          <p:nvPr/>
        </p:nvSpPr>
        <p:spPr>
          <a:xfrm>
            <a:off x="320040" y="2185416"/>
            <a:ext cx="310896" cy="310896"/>
          </a:xfrm>
          <a:prstGeom prst="rect">
            <a:avLst/>
          </a:prstGeom>
          <a:noFill/>
          <a:ln/>
        </p:spPr>
        <p:txBody>
          <a:bodyPr wrap="square" lIns="0" tIns="0" rIns="0" bIns="0" rtlCol="0" anchor="ctr"/>
          <a:lstStyle/>
          <a:p>
            <a:pPr algn="ctr" indent="0" marL="0">
              <a:buNone/>
            </a:pPr>
            <a:r>
              <a:rPr lang="en-US" sz="1100" b="1" dirty="0">
                <a:solidFill>
                  <a:srgbClr val="000000"/>
                </a:solidFill>
                <a:latin typeface="Consolas" pitchFamily="34" charset="0"/>
                <a:ea typeface="Consolas" pitchFamily="34" charset="-122"/>
                <a:cs typeface="Consolas" pitchFamily="34" charset="-120"/>
              </a:rPr>
              <a:t>1</a:t>
            </a:r>
            <a:endParaRPr lang="en-US" sz="1100" dirty="0"/>
          </a:p>
        </p:txBody>
      </p:sp>
      <p:sp>
        <p:nvSpPr>
          <p:cNvPr id="38" name="Text 36"/>
          <p:cNvSpPr/>
          <p:nvPr/>
        </p:nvSpPr>
        <p:spPr>
          <a:xfrm>
            <a:off x="722376" y="2103120"/>
            <a:ext cx="3840480" cy="420624"/>
          </a:xfrm>
          <a:prstGeom prst="rect">
            <a:avLst/>
          </a:prstGeom>
          <a:noFill/>
          <a:ln/>
        </p:spPr>
        <p:txBody>
          <a:bodyPr wrap="square" rtlCol="0" anchor="ctr"/>
          <a:lstStyle/>
          <a:p>
            <a:pPr indent="0" marL="0">
              <a:buNone/>
            </a:pPr>
            <a:r>
              <a:rPr lang="en-US" sz="1100" dirty="0">
                <a:solidFill>
                  <a:srgbClr val="EEF6FF"/>
                </a:solidFill>
                <a:latin typeface="Calibri" pitchFamily="34" charset="0"/>
                <a:ea typeface="Calibri" pitchFamily="34" charset="-122"/>
                <a:cs typeface="Calibri" pitchFamily="34" charset="-120"/>
              </a:rPr>
              <a:t>Boot screen · Piano sounds · Animations</a:t>
            </a:r>
            <a:endParaRPr lang="en-US" sz="1100" dirty="0"/>
          </a:p>
        </p:txBody>
      </p:sp>
      <p:sp>
        <p:nvSpPr>
          <p:cNvPr id="39" name="Shape 37"/>
          <p:cNvSpPr/>
          <p:nvPr/>
        </p:nvSpPr>
        <p:spPr>
          <a:xfrm>
            <a:off x="320040" y="2660904"/>
            <a:ext cx="310896" cy="310896"/>
          </a:xfrm>
          <a:prstGeom prst="ellipse">
            <a:avLst/>
          </a:prstGeom>
          <a:solidFill>
            <a:srgbClr val="3D8EFF"/>
          </a:solidFill>
          <a:ln w="12700">
            <a:solidFill>
              <a:srgbClr val="000000"/>
            </a:solidFill>
            <a:prstDash val="solid"/>
          </a:ln>
          <a:effectLst>
            <a:outerShdw sx="100000" sy="100000" kx="0" ky="0" algn="bl" rotWithShape="0" blurRad="279400" dist="50800" dir="16200000">
              <a:srgbClr val="3D8EFF">
                <a:alpha val="50000"/>
              </a:srgbClr>
            </a:outerShdw>
          </a:effectLst>
        </p:spPr>
      </p:sp>
      <p:sp>
        <p:nvSpPr>
          <p:cNvPr id="40" name="Text 38"/>
          <p:cNvSpPr/>
          <p:nvPr/>
        </p:nvSpPr>
        <p:spPr>
          <a:xfrm>
            <a:off x="320040" y="2660904"/>
            <a:ext cx="310896" cy="310896"/>
          </a:xfrm>
          <a:prstGeom prst="rect">
            <a:avLst/>
          </a:prstGeom>
          <a:noFill/>
          <a:ln/>
        </p:spPr>
        <p:txBody>
          <a:bodyPr wrap="square" lIns="0" tIns="0" rIns="0" bIns="0" rtlCol="0" anchor="ctr"/>
          <a:lstStyle/>
          <a:p>
            <a:pPr algn="ctr" indent="0" marL="0">
              <a:buNone/>
            </a:pPr>
            <a:r>
              <a:rPr lang="en-US" sz="1100" b="1" dirty="0">
                <a:solidFill>
                  <a:srgbClr val="000000"/>
                </a:solidFill>
                <a:latin typeface="Consolas" pitchFamily="34" charset="0"/>
                <a:ea typeface="Consolas" pitchFamily="34" charset="-122"/>
                <a:cs typeface="Consolas" pitchFamily="34" charset="-120"/>
              </a:rPr>
              <a:t>2</a:t>
            </a:r>
            <a:endParaRPr lang="en-US" sz="1100" dirty="0"/>
          </a:p>
        </p:txBody>
      </p:sp>
      <p:sp>
        <p:nvSpPr>
          <p:cNvPr id="41" name="Text 39"/>
          <p:cNvSpPr/>
          <p:nvPr/>
        </p:nvSpPr>
        <p:spPr>
          <a:xfrm>
            <a:off x="722376" y="2578608"/>
            <a:ext cx="3840480" cy="420624"/>
          </a:xfrm>
          <a:prstGeom prst="rect">
            <a:avLst/>
          </a:prstGeom>
          <a:noFill/>
          <a:ln/>
        </p:spPr>
        <p:txBody>
          <a:bodyPr wrap="square" rtlCol="0" anchor="ctr"/>
          <a:lstStyle/>
          <a:p>
            <a:pPr indent="0" marL="0">
              <a:buNone/>
            </a:pPr>
            <a:r>
              <a:rPr lang="en-US" sz="1100" dirty="0">
                <a:solidFill>
                  <a:srgbClr val="EEF6FF"/>
                </a:solidFill>
                <a:latin typeface="Calibri" pitchFamily="34" charset="0"/>
                <a:ea typeface="Calibri" pitchFamily="34" charset="-122"/>
                <a:cs typeface="Calibri" pitchFamily="34" charset="-120"/>
              </a:rPr>
              <a:t>Register with mobile OTP 🔐</a:t>
            </a:r>
            <a:endParaRPr lang="en-US" sz="1100" dirty="0"/>
          </a:p>
        </p:txBody>
      </p:sp>
      <p:sp>
        <p:nvSpPr>
          <p:cNvPr id="42" name="Shape 40"/>
          <p:cNvSpPr/>
          <p:nvPr/>
        </p:nvSpPr>
        <p:spPr>
          <a:xfrm>
            <a:off x="320040" y="3136392"/>
            <a:ext cx="310896" cy="310896"/>
          </a:xfrm>
          <a:prstGeom prst="ellipse">
            <a:avLst/>
          </a:prstGeom>
          <a:solidFill>
            <a:srgbClr val="B040FF"/>
          </a:solidFill>
          <a:ln w="12700">
            <a:solidFill>
              <a:srgbClr val="000000"/>
            </a:solidFill>
            <a:prstDash val="solid"/>
          </a:ln>
          <a:effectLst>
            <a:outerShdw sx="100000" sy="100000" kx="0" ky="0" algn="bl" rotWithShape="0" blurRad="279400" dist="50800" dir="16200000">
              <a:srgbClr val="B040FF">
                <a:alpha val="50000"/>
              </a:srgbClr>
            </a:outerShdw>
          </a:effectLst>
        </p:spPr>
      </p:sp>
      <p:sp>
        <p:nvSpPr>
          <p:cNvPr id="43" name="Text 41"/>
          <p:cNvSpPr/>
          <p:nvPr/>
        </p:nvSpPr>
        <p:spPr>
          <a:xfrm>
            <a:off x="320040" y="3136392"/>
            <a:ext cx="310896" cy="310896"/>
          </a:xfrm>
          <a:prstGeom prst="rect">
            <a:avLst/>
          </a:prstGeom>
          <a:noFill/>
          <a:ln/>
        </p:spPr>
        <p:txBody>
          <a:bodyPr wrap="square" lIns="0" tIns="0" rIns="0" bIns="0" rtlCol="0" anchor="ctr"/>
          <a:lstStyle/>
          <a:p>
            <a:pPr algn="ctr" indent="0" marL="0">
              <a:buNone/>
            </a:pPr>
            <a:r>
              <a:rPr lang="en-US" sz="1100" b="1" dirty="0">
                <a:solidFill>
                  <a:srgbClr val="000000"/>
                </a:solidFill>
                <a:latin typeface="Consolas" pitchFamily="34" charset="0"/>
                <a:ea typeface="Consolas" pitchFamily="34" charset="-122"/>
                <a:cs typeface="Consolas" pitchFamily="34" charset="-120"/>
              </a:rPr>
              <a:t>3</a:t>
            </a:r>
            <a:endParaRPr lang="en-US" sz="1100" dirty="0"/>
          </a:p>
        </p:txBody>
      </p:sp>
      <p:sp>
        <p:nvSpPr>
          <p:cNvPr id="44" name="Text 42"/>
          <p:cNvSpPr/>
          <p:nvPr/>
        </p:nvSpPr>
        <p:spPr>
          <a:xfrm>
            <a:off x="722376" y="3054096"/>
            <a:ext cx="3840480" cy="420624"/>
          </a:xfrm>
          <a:prstGeom prst="rect">
            <a:avLst/>
          </a:prstGeom>
          <a:noFill/>
          <a:ln/>
        </p:spPr>
        <p:txBody>
          <a:bodyPr wrap="square" rtlCol="0" anchor="ctr"/>
          <a:lstStyle/>
          <a:p>
            <a:pPr indent="0" marL="0">
              <a:buNone/>
            </a:pPr>
            <a:r>
              <a:rPr lang="en-US" sz="1100" dirty="0">
                <a:solidFill>
                  <a:srgbClr val="EEF6FF"/>
                </a:solidFill>
                <a:latin typeface="Calibri" pitchFamily="34" charset="0"/>
                <a:ea typeface="Calibri" pitchFamily="34" charset="-122"/>
                <a:cs typeface="Calibri" pitchFamily="34" charset="-120"/>
              </a:rPr>
              <a:t>File complaint in Hindi 🎤</a:t>
            </a:r>
            <a:endParaRPr lang="en-US" sz="1100" dirty="0"/>
          </a:p>
        </p:txBody>
      </p:sp>
      <p:sp>
        <p:nvSpPr>
          <p:cNvPr id="45" name="Shape 43"/>
          <p:cNvSpPr/>
          <p:nvPr/>
        </p:nvSpPr>
        <p:spPr>
          <a:xfrm>
            <a:off x="320040" y="3611880"/>
            <a:ext cx="310896" cy="310896"/>
          </a:xfrm>
          <a:prstGeom prst="ellipse">
            <a:avLst/>
          </a:prstGeom>
          <a:solidFill>
            <a:srgbClr val="00FF88"/>
          </a:solidFill>
          <a:ln w="12700">
            <a:solidFill>
              <a:srgbClr val="000000"/>
            </a:solidFill>
            <a:prstDash val="solid"/>
          </a:ln>
          <a:effectLst>
            <a:outerShdw sx="100000" sy="100000" kx="0" ky="0" algn="bl" rotWithShape="0" blurRad="279400" dist="50800" dir="16200000">
              <a:srgbClr val="00FF88">
                <a:alpha val="50000"/>
              </a:srgbClr>
            </a:outerShdw>
          </a:effectLst>
        </p:spPr>
      </p:sp>
      <p:sp>
        <p:nvSpPr>
          <p:cNvPr id="46" name="Text 44"/>
          <p:cNvSpPr/>
          <p:nvPr/>
        </p:nvSpPr>
        <p:spPr>
          <a:xfrm>
            <a:off x="320040" y="3611880"/>
            <a:ext cx="310896" cy="310896"/>
          </a:xfrm>
          <a:prstGeom prst="rect">
            <a:avLst/>
          </a:prstGeom>
          <a:noFill/>
          <a:ln/>
        </p:spPr>
        <p:txBody>
          <a:bodyPr wrap="square" lIns="0" tIns="0" rIns="0" bIns="0" rtlCol="0" anchor="ctr"/>
          <a:lstStyle/>
          <a:p>
            <a:pPr algn="ctr" indent="0" marL="0">
              <a:buNone/>
            </a:pPr>
            <a:r>
              <a:rPr lang="en-US" sz="1100" b="1" dirty="0">
                <a:solidFill>
                  <a:srgbClr val="000000"/>
                </a:solidFill>
                <a:latin typeface="Consolas" pitchFamily="34" charset="0"/>
                <a:ea typeface="Consolas" pitchFamily="34" charset="-122"/>
                <a:cs typeface="Consolas" pitchFamily="34" charset="-120"/>
              </a:rPr>
              <a:t>4</a:t>
            </a:r>
            <a:endParaRPr lang="en-US" sz="1100" dirty="0"/>
          </a:p>
        </p:txBody>
      </p:sp>
      <p:sp>
        <p:nvSpPr>
          <p:cNvPr id="47" name="Text 45"/>
          <p:cNvSpPr/>
          <p:nvPr/>
        </p:nvSpPr>
        <p:spPr>
          <a:xfrm>
            <a:off x="722376" y="3529584"/>
            <a:ext cx="3840480" cy="420624"/>
          </a:xfrm>
          <a:prstGeom prst="rect">
            <a:avLst/>
          </a:prstGeom>
          <a:noFill/>
          <a:ln/>
        </p:spPr>
        <p:txBody>
          <a:bodyPr wrap="square" rtlCol="0" anchor="ctr"/>
          <a:lstStyle/>
          <a:p>
            <a:pPr indent="0" marL="0">
              <a:buNone/>
            </a:pPr>
            <a:r>
              <a:rPr lang="en-US" sz="1100" dirty="0">
                <a:solidFill>
                  <a:srgbClr val="EEF6FF"/>
                </a:solidFill>
                <a:latin typeface="Calibri" pitchFamily="34" charset="0"/>
                <a:ea typeface="Calibri" pitchFamily="34" charset="-122"/>
                <a:cs typeface="Calibri" pitchFamily="34" charset="-120"/>
              </a:rPr>
              <a:t>AI score + corruption check 🧠</a:t>
            </a:r>
            <a:endParaRPr lang="en-US" sz="1100" dirty="0"/>
          </a:p>
        </p:txBody>
      </p:sp>
      <p:sp>
        <p:nvSpPr>
          <p:cNvPr id="48" name="Shape 46"/>
          <p:cNvSpPr/>
          <p:nvPr/>
        </p:nvSpPr>
        <p:spPr>
          <a:xfrm>
            <a:off x="4846320" y="2185416"/>
            <a:ext cx="310896" cy="310896"/>
          </a:xfrm>
          <a:prstGeom prst="ellipse">
            <a:avLst/>
          </a:prstGeom>
          <a:solidFill>
            <a:srgbClr val="FFCC00"/>
          </a:solidFill>
          <a:ln w="12700">
            <a:solidFill>
              <a:srgbClr val="000000"/>
            </a:solidFill>
            <a:prstDash val="solid"/>
          </a:ln>
          <a:effectLst>
            <a:outerShdw sx="100000" sy="100000" kx="0" ky="0" algn="bl" rotWithShape="0" blurRad="279400" dist="50800" dir="16200000">
              <a:srgbClr val="FFCC00">
                <a:alpha val="50000"/>
              </a:srgbClr>
            </a:outerShdw>
          </a:effectLst>
        </p:spPr>
      </p:sp>
      <p:sp>
        <p:nvSpPr>
          <p:cNvPr id="49" name="Text 47"/>
          <p:cNvSpPr/>
          <p:nvPr/>
        </p:nvSpPr>
        <p:spPr>
          <a:xfrm>
            <a:off x="4846320" y="2185416"/>
            <a:ext cx="310896" cy="310896"/>
          </a:xfrm>
          <a:prstGeom prst="rect">
            <a:avLst/>
          </a:prstGeom>
          <a:noFill/>
          <a:ln/>
        </p:spPr>
        <p:txBody>
          <a:bodyPr wrap="square" lIns="0" tIns="0" rIns="0" bIns="0" rtlCol="0" anchor="ctr"/>
          <a:lstStyle/>
          <a:p>
            <a:pPr algn="ctr" indent="0" marL="0">
              <a:buNone/>
            </a:pPr>
            <a:r>
              <a:rPr lang="en-US" sz="1100" b="1" dirty="0">
                <a:solidFill>
                  <a:srgbClr val="000000"/>
                </a:solidFill>
                <a:latin typeface="Consolas" pitchFamily="34" charset="0"/>
                <a:ea typeface="Consolas" pitchFamily="34" charset="-122"/>
                <a:cs typeface="Consolas" pitchFamily="34" charset="-120"/>
              </a:rPr>
              <a:t>5</a:t>
            </a:r>
            <a:endParaRPr lang="en-US" sz="1100" dirty="0"/>
          </a:p>
        </p:txBody>
      </p:sp>
      <p:sp>
        <p:nvSpPr>
          <p:cNvPr id="50" name="Text 48"/>
          <p:cNvSpPr/>
          <p:nvPr/>
        </p:nvSpPr>
        <p:spPr>
          <a:xfrm>
            <a:off x="5248656" y="2103120"/>
            <a:ext cx="3840480" cy="420624"/>
          </a:xfrm>
          <a:prstGeom prst="rect">
            <a:avLst/>
          </a:prstGeom>
          <a:noFill/>
          <a:ln/>
        </p:spPr>
        <p:txBody>
          <a:bodyPr wrap="square" rtlCol="0" anchor="ctr"/>
          <a:lstStyle/>
          <a:p>
            <a:pPr indent="0" marL="0">
              <a:buNone/>
            </a:pPr>
            <a:r>
              <a:rPr lang="en-US" sz="1100" dirty="0">
                <a:solidFill>
                  <a:srgbClr val="EEF6FF"/>
                </a:solidFill>
                <a:latin typeface="Calibri" pitchFamily="34" charset="0"/>
                <a:ea typeface="Calibri" pitchFamily="34" charset="-122"/>
                <a:cs typeface="Calibri" pitchFamily="34" charset="-120"/>
              </a:rPr>
              <a:t>Blockchain block added ⛓</a:t>
            </a:r>
            <a:endParaRPr lang="en-US" sz="1100" dirty="0"/>
          </a:p>
        </p:txBody>
      </p:sp>
      <p:sp>
        <p:nvSpPr>
          <p:cNvPr id="51" name="Shape 49"/>
          <p:cNvSpPr/>
          <p:nvPr/>
        </p:nvSpPr>
        <p:spPr>
          <a:xfrm>
            <a:off x="4846320" y="2660904"/>
            <a:ext cx="310896" cy="310896"/>
          </a:xfrm>
          <a:prstGeom prst="ellipse">
            <a:avLst/>
          </a:prstGeom>
          <a:solidFill>
            <a:srgbClr val="FF2060"/>
          </a:solidFill>
          <a:ln w="12700">
            <a:solidFill>
              <a:srgbClr val="000000"/>
            </a:solidFill>
            <a:prstDash val="solid"/>
          </a:ln>
          <a:effectLst>
            <a:outerShdw sx="100000" sy="100000" kx="0" ky="0" algn="bl" rotWithShape="0" blurRad="279400" dist="50800" dir="16200000">
              <a:srgbClr val="FF2060">
                <a:alpha val="50000"/>
              </a:srgbClr>
            </a:outerShdw>
          </a:effectLst>
        </p:spPr>
      </p:sp>
      <p:sp>
        <p:nvSpPr>
          <p:cNvPr id="52" name="Text 50"/>
          <p:cNvSpPr/>
          <p:nvPr/>
        </p:nvSpPr>
        <p:spPr>
          <a:xfrm>
            <a:off x="4846320" y="2660904"/>
            <a:ext cx="310896" cy="310896"/>
          </a:xfrm>
          <a:prstGeom prst="rect">
            <a:avLst/>
          </a:prstGeom>
          <a:noFill/>
          <a:ln/>
        </p:spPr>
        <p:txBody>
          <a:bodyPr wrap="square" lIns="0" tIns="0" rIns="0" bIns="0" rtlCol="0" anchor="ctr"/>
          <a:lstStyle/>
          <a:p>
            <a:pPr algn="ctr" indent="0" marL="0">
              <a:buNone/>
            </a:pPr>
            <a:r>
              <a:rPr lang="en-US" sz="1100" b="1" dirty="0">
                <a:solidFill>
                  <a:srgbClr val="000000"/>
                </a:solidFill>
                <a:latin typeface="Consolas" pitchFamily="34" charset="0"/>
                <a:ea typeface="Consolas" pitchFamily="34" charset="-122"/>
                <a:cs typeface="Consolas" pitchFamily="34" charset="-120"/>
              </a:rPr>
              <a:t>6</a:t>
            </a:r>
            <a:endParaRPr lang="en-US" sz="1100" dirty="0"/>
          </a:p>
        </p:txBody>
      </p:sp>
      <p:sp>
        <p:nvSpPr>
          <p:cNvPr id="53" name="Text 51"/>
          <p:cNvSpPr/>
          <p:nvPr/>
        </p:nvSpPr>
        <p:spPr>
          <a:xfrm>
            <a:off x="5248656" y="2578608"/>
            <a:ext cx="3840480" cy="420624"/>
          </a:xfrm>
          <a:prstGeom prst="rect">
            <a:avLst/>
          </a:prstGeom>
          <a:noFill/>
          <a:ln/>
        </p:spPr>
        <p:txBody>
          <a:bodyPr wrap="square" rtlCol="0" anchor="ctr"/>
          <a:lstStyle/>
          <a:p>
            <a:pPr indent="0" marL="0">
              <a:buNone/>
            </a:pPr>
            <a:r>
              <a:rPr lang="en-US" sz="1100" dirty="0">
                <a:solidFill>
                  <a:srgbClr val="EEF6FF"/>
                </a:solidFill>
                <a:latin typeface="Calibri" pitchFamily="34" charset="0"/>
                <a:ea typeface="Calibri" pitchFamily="34" charset="-122"/>
                <a:cs typeface="Calibri" pitchFamily="34" charset="-120"/>
              </a:rPr>
              <a:t>Run all 8 AI jobs 🤖</a:t>
            </a:r>
            <a:endParaRPr lang="en-US" sz="1100" dirty="0"/>
          </a:p>
        </p:txBody>
      </p:sp>
      <p:sp>
        <p:nvSpPr>
          <p:cNvPr id="54" name="Shape 52"/>
          <p:cNvSpPr/>
          <p:nvPr/>
        </p:nvSpPr>
        <p:spPr>
          <a:xfrm>
            <a:off x="4846320" y="3136392"/>
            <a:ext cx="310896" cy="310896"/>
          </a:xfrm>
          <a:prstGeom prst="ellipse">
            <a:avLst/>
          </a:prstGeom>
          <a:solidFill>
            <a:srgbClr val="00FFD1"/>
          </a:solidFill>
          <a:ln w="12700">
            <a:solidFill>
              <a:srgbClr val="000000"/>
            </a:solidFill>
            <a:prstDash val="solid"/>
          </a:ln>
          <a:effectLst>
            <a:outerShdw sx="100000" sy="100000" kx="0" ky="0" algn="bl" rotWithShape="0" blurRad="279400" dist="50800" dir="16200000">
              <a:srgbClr val="00FFD1">
                <a:alpha val="50000"/>
              </a:srgbClr>
            </a:outerShdw>
          </a:effectLst>
        </p:spPr>
      </p:sp>
      <p:sp>
        <p:nvSpPr>
          <p:cNvPr id="55" name="Text 53"/>
          <p:cNvSpPr/>
          <p:nvPr/>
        </p:nvSpPr>
        <p:spPr>
          <a:xfrm>
            <a:off x="4846320" y="3136392"/>
            <a:ext cx="310896" cy="310896"/>
          </a:xfrm>
          <a:prstGeom prst="rect">
            <a:avLst/>
          </a:prstGeom>
          <a:noFill/>
          <a:ln/>
        </p:spPr>
        <p:txBody>
          <a:bodyPr wrap="square" lIns="0" tIns="0" rIns="0" bIns="0" rtlCol="0" anchor="ctr"/>
          <a:lstStyle/>
          <a:p>
            <a:pPr algn="ctr" indent="0" marL="0">
              <a:buNone/>
            </a:pPr>
            <a:r>
              <a:rPr lang="en-US" sz="1100" b="1" dirty="0">
                <a:solidFill>
                  <a:srgbClr val="000000"/>
                </a:solidFill>
                <a:latin typeface="Consolas" pitchFamily="34" charset="0"/>
                <a:ea typeface="Consolas" pitchFamily="34" charset="-122"/>
                <a:cs typeface="Consolas" pitchFamily="34" charset="-120"/>
              </a:rPr>
              <a:t>7</a:t>
            </a:r>
            <a:endParaRPr lang="en-US" sz="1100" dirty="0"/>
          </a:p>
        </p:txBody>
      </p:sp>
      <p:sp>
        <p:nvSpPr>
          <p:cNvPr id="56" name="Text 54"/>
          <p:cNvSpPr/>
          <p:nvPr/>
        </p:nvSpPr>
        <p:spPr>
          <a:xfrm>
            <a:off x="5248656" y="3054096"/>
            <a:ext cx="3840480" cy="420624"/>
          </a:xfrm>
          <a:prstGeom prst="rect">
            <a:avLst/>
          </a:prstGeom>
          <a:noFill/>
          <a:ln/>
        </p:spPr>
        <p:txBody>
          <a:bodyPr wrap="square" rtlCol="0" anchor="ctr"/>
          <a:lstStyle/>
          <a:p>
            <a:pPr indent="0" marL="0">
              <a:buNone/>
            </a:pPr>
            <a:r>
              <a:rPr lang="en-US" sz="1100" dirty="0">
                <a:solidFill>
                  <a:srgbClr val="EEF6FF"/>
                </a:solidFill>
                <a:latin typeface="Calibri" pitchFamily="34" charset="0"/>
                <a:ea typeface="Calibri" pitchFamily="34" charset="-122"/>
                <a:cs typeface="Calibri" pitchFamily="34" charset="-120"/>
              </a:rPr>
              <a:t>API Docs live 📖</a:t>
            </a:r>
            <a:endParaRPr lang="en-US" sz="1100" dirty="0"/>
          </a:p>
        </p:txBody>
      </p:sp>
      <p:sp>
        <p:nvSpPr>
          <p:cNvPr id="57" name="Shape 55"/>
          <p:cNvSpPr/>
          <p:nvPr/>
        </p:nvSpPr>
        <p:spPr>
          <a:xfrm>
            <a:off x="256032" y="4480560"/>
            <a:ext cx="8686800" cy="621792"/>
          </a:xfrm>
          <a:prstGeom prst="roundRect">
            <a:avLst>
              <a:gd name="adj" fmla="val 11765"/>
            </a:avLst>
          </a:prstGeom>
          <a:solidFill>
            <a:srgbClr val="010810"/>
          </a:solidFill>
          <a:ln w="20320">
            <a:solidFill>
              <a:srgbClr val="B040FF"/>
            </a:solidFill>
            <a:prstDash val="solid"/>
          </a:ln>
          <a:effectLst>
            <a:outerShdw sx="100000" sy="100000" kx="0" ky="0" algn="bl" rotWithShape="0" blurRad="279400" dist="50800" dir="16200000">
              <a:srgbClr val="B040FF">
                <a:alpha val="40000"/>
              </a:srgbClr>
            </a:outerShdw>
          </a:effectLst>
        </p:spPr>
      </p:sp>
      <p:sp>
        <p:nvSpPr>
          <p:cNvPr id="58" name="Text 56"/>
          <p:cNvSpPr/>
          <p:nvPr/>
        </p:nvSpPr>
        <p:spPr>
          <a:xfrm>
            <a:off x="256032" y="4480560"/>
            <a:ext cx="8686800" cy="621792"/>
          </a:xfrm>
          <a:prstGeom prst="rect">
            <a:avLst/>
          </a:prstGeom>
          <a:noFill/>
          <a:ln/>
        </p:spPr>
        <p:txBody>
          <a:bodyPr wrap="square" rtlCol="0" anchor="ctr"/>
          <a:lstStyle/>
          <a:p>
            <a:pPr algn="ctr" indent="0" marL="0">
              <a:buNone/>
            </a:pPr>
            <a:r>
              <a:rPr lang="en-US" sz="1200" b="1" dirty="0">
                <a:solidFill>
                  <a:srgbClr val="00F5FF"/>
                </a:solidFill>
                <a:latin typeface="Calibri" pitchFamily="34" charset="0"/>
                <a:ea typeface="Calibri" pitchFamily="34" charset="-122"/>
                <a:cs typeface="Calibri" pitchFamily="34" charset="-120"/>
              </a:rPr>
              <a:t>👁  CivicEye Pro v6.0  ·  </a:t>
            </a:r>
            <a:pPr algn="ctr" indent="0" marL="0">
              <a:buNone/>
            </a:pPr>
            <a:r>
              <a:rPr lang="en-US" sz="1100" dirty="0">
                <a:solidFill>
                  <a:srgbClr val="3D6080"/>
                </a:solidFill>
                <a:latin typeface="Calibri" pitchFamily="34" charset="0"/>
                <a:ea typeface="Calibri" pitchFamily="34" charset="-122"/>
                <a:cs typeface="Calibri" pitchFamily="34" charset="-120"/>
              </a:rPr>
              <a:t>Riya · Anjali · Ritik · Sandeep  ·  </a:t>
            </a:r>
            <a:pPr algn="ctr" indent="0" marL="0">
              <a:buNone/>
            </a:pPr>
            <a:r>
              <a:rPr lang="en-US" sz="1200" b="1" dirty="0">
                <a:solidFill>
                  <a:srgbClr val="00FF88"/>
                </a:solidFill>
                <a:latin typeface="Calibri" pitchFamily="34" charset="0"/>
                <a:ea typeface="Calibri" pitchFamily="34" charset="-122"/>
                <a:cs typeface="Calibri" pitchFamily="34" charset="-120"/>
              </a:rPr>
              <a:t>Transparent Governance  ·  Empowered Citizens 🇮🇳</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2026-03-01T08:25:22Z</dcterms:created>
  <dcterms:modified xsi:type="dcterms:W3CDTF">2026-03-01T08:25:22Z</dcterms:modified>
</cp:coreProperties>
</file>